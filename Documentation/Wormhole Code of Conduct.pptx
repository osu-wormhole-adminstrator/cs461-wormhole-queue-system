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7"/>
  </p:notesMasterIdLst>
  <p:sldIdLst>
    <p:sldId id="256" r:id="rId5"/>
    <p:sldId id="257" r:id="rId6"/>
  </p:sldIdLst>
  <p:sldSz cx="10972800" cy="32918400"/>
  <p:notesSz cx="6858000" cy="9144000"/>
  <p:embeddedFontLst>
    <p:embeddedFont>
      <p:font typeface="Josefin Sans" pitchFamily="2" charset="0"/>
      <p:regular r:id="rId8"/>
      <p:bold r:id="rId9"/>
      <p:italic r:id="rId10"/>
      <p:boldItalic r:id="rId11"/>
    </p:embeddedFont>
    <p:embeddedFont>
      <p:font typeface="Josefin Sans Light" pitchFamily="2" charset="0"/>
      <p:regular r:id="rId12"/>
      <p:bold r:id="rId13"/>
      <p:italic r:id="rId14"/>
      <p:boldItalic r:id="rId15"/>
    </p:embeddedFont>
    <p:embeddedFont>
      <p:font typeface="Josefin Sans SemiBold"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1" d="100"/>
          <a:sy n="31" d="100"/>
        </p:scale>
        <p:origin x="5292"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customXml" Target="../customXml/item2.xml"/><Relationship Id="rId16" Type="http://schemas.openxmlformats.org/officeDocument/2006/relationships/font" Target="fonts/font9.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4.fntdata"/><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font" Target="fonts/font8.fntdata"/><Relationship Id="rId23" Type="http://schemas.openxmlformats.org/officeDocument/2006/relationships/tableStyles" Target="tableStyles.xml"/><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Angelis, Fred" userId="97ee16b3-10a2-4d85-a277-c339247216c4" providerId="ADAL" clId="{EE6AE145-70B1-400C-A92F-3E880874FC35}"/>
    <pc:docChg chg="delSld">
      <pc:chgData name="DeAngelis, Fred" userId="97ee16b3-10a2-4d85-a277-c339247216c4" providerId="ADAL" clId="{EE6AE145-70B1-400C-A92F-3E880874FC35}" dt="2025-01-15T15:37:58.985" v="0" actId="47"/>
      <pc:docMkLst>
        <pc:docMk/>
      </pc:docMkLst>
      <pc:sldChg chg="del">
        <pc:chgData name="DeAngelis, Fred" userId="97ee16b3-10a2-4d85-a277-c339247216c4" providerId="ADAL" clId="{EE6AE145-70B1-400C-A92F-3E880874FC35}" dt="2025-01-15T15:37:58.985" v="0" actId="47"/>
        <pc:sldMkLst>
          <pc:docMk/>
          <pc:sldMk cId="0"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857830" y="685800"/>
            <a:ext cx="1143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63a13d6438_0_11:notes"/>
          <p:cNvSpPr>
            <a:spLocks noGrp="1" noRot="1" noChangeAspect="1"/>
          </p:cNvSpPr>
          <p:nvPr>
            <p:ph type="sldImg" idx="2"/>
          </p:nvPr>
        </p:nvSpPr>
        <p:spPr>
          <a:xfrm>
            <a:off x="2857500" y="685800"/>
            <a:ext cx="1143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63a13d6438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1:notes"/>
          <p:cNvSpPr>
            <a:spLocks noGrp="1" noRot="1" noChangeAspect="1"/>
          </p:cNvSpPr>
          <p:nvPr>
            <p:ph type="sldImg" idx="2"/>
          </p:nvPr>
        </p:nvSpPr>
        <p:spPr>
          <a:xfrm>
            <a:off x="2857500" y="685800"/>
            <a:ext cx="1143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74050" y="4765280"/>
            <a:ext cx="10224600" cy="13136700"/>
          </a:xfrm>
          <a:prstGeom prst="rect">
            <a:avLst/>
          </a:prstGeom>
          <a:noFill/>
          <a:ln>
            <a:noFill/>
          </a:ln>
        </p:spPr>
        <p:txBody>
          <a:bodyPr spcFirstLastPara="1" wrap="square" lIns="268175" tIns="268175" rIns="268175" bIns="268175" anchor="b" anchorCtr="0">
            <a:noAutofit/>
          </a:bodyPr>
          <a:lstStyle>
            <a:lvl1pPr lvl="0" algn="ctr">
              <a:lnSpc>
                <a:spcPct val="100000"/>
              </a:lnSpc>
              <a:spcBef>
                <a:spcPts val="0"/>
              </a:spcBef>
              <a:spcAft>
                <a:spcPts val="0"/>
              </a:spcAft>
              <a:buSzPts val="15300"/>
              <a:buNone/>
              <a:defRPr sz="15300"/>
            </a:lvl1pPr>
            <a:lvl2pPr lvl="1" algn="ctr">
              <a:lnSpc>
                <a:spcPct val="100000"/>
              </a:lnSpc>
              <a:spcBef>
                <a:spcPts val="0"/>
              </a:spcBef>
              <a:spcAft>
                <a:spcPts val="0"/>
              </a:spcAft>
              <a:buSzPts val="15300"/>
              <a:buNone/>
              <a:defRPr sz="15300"/>
            </a:lvl2pPr>
            <a:lvl3pPr lvl="2" algn="ctr">
              <a:lnSpc>
                <a:spcPct val="100000"/>
              </a:lnSpc>
              <a:spcBef>
                <a:spcPts val="0"/>
              </a:spcBef>
              <a:spcAft>
                <a:spcPts val="0"/>
              </a:spcAft>
              <a:buSzPts val="15300"/>
              <a:buNone/>
              <a:defRPr sz="15300"/>
            </a:lvl3pPr>
            <a:lvl4pPr lvl="3" algn="ctr">
              <a:lnSpc>
                <a:spcPct val="100000"/>
              </a:lnSpc>
              <a:spcBef>
                <a:spcPts val="0"/>
              </a:spcBef>
              <a:spcAft>
                <a:spcPts val="0"/>
              </a:spcAft>
              <a:buSzPts val="15300"/>
              <a:buNone/>
              <a:defRPr sz="15300"/>
            </a:lvl4pPr>
            <a:lvl5pPr lvl="4" algn="ctr">
              <a:lnSpc>
                <a:spcPct val="100000"/>
              </a:lnSpc>
              <a:spcBef>
                <a:spcPts val="0"/>
              </a:spcBef>
              <a:spcAft>
                <a:spcPts val="0"/>
              </a:spcAft>
              <a:buSzPts val="15300"/>
              <a:buNone/>
              <a:defRPr sz="15300"/>
            </a:lvl5pPr>
            <a:lvl6pPr lvl="5" algn="ctr">
              <a:lnSpc>
                <a:spcPct val="100000"/>
              </a:lnSpc>
              <a:spcBef>
                <a:spcPts val="0"/>
              </a:spcBef>
              <a:spcAft>
                <a:spcPts val="0"/>
              </a:spcAft>
              <a:buSzPts val="15300"/>
              <a:buNone/>
              <a:defRPr sz="15300"/>
            </a:lvl6pPr>
            <a:lvl7pPr lvl="6" algn="ctr">
              <a:lnSpc>
                <a:spcPct val="100000"/>
              </a:lnSpc>
              <a:spcBef>
                <a:spcPts val="0"/>
              </a:spcBef>
              <a:spcAft>
                <a:spcPts val="0"/>
              </a:spcAft>
              <a:buSzPts val="15300"/>
              <a:buNone/>
              <a:defRPr sz="15300"/>
            </a:lvl7pPr>
            <a:lvl8pPr lvl="7" algn="ctr">
              <a:lnSpc>
                <a:spcPct val="100000"/>
              </a:lnSpc>
              <a:spcBef>
                <a:spcPts val="0"/>
              </a:spcBef>
              <a:spcAft>
                <a:spcPts val="0"/>
              </a:spcAft>
              <a:buSzPts val="15300"/>
              <a:buNone/>
              <a:defRPr sz="15300"/>
            </a:lvl8pPr>
            <a:lvl9pPr lvl="8" algn="ctr">
              <a:lnSpc>
                <a:spcPct val="100000"/>
              </a:lnSpc>
              <a:spcBef>
                <a:spcPts val="0"/>
              </a:spcBef>
              <a:spcAft>
                <a:spcPts val="0"/>
              </a:spcAft>
              <a:buSzPts val="15300"/>
              <a:buNone/>
              <a:defRPr sz="15300"/>
            </a:lvl9pPr>
          </a:lstStyle>
          <a:p>
            <a:endParaRPr/>
          </a:p>
        </p:txBody>
      </p:sp>
      <p:sp>
        <p:nvSpPr>
          <p:cNvPr id="11" name="Google Shape;11;p2"/>
          <p:cNvSpPr txBox="1">
            <a:spLocks noGrp="1"/>
          </p:cNvSpPr>
          <p:nvPr>
            <p:ph type="subTitle" idx="1"/>
          </p:nvPr>
        </p:nvSpPr>
        <p:spPr>
          <a:xfrm>
            <a:off x="374040" y="18138400"/>
            <a:ext cx="10224600" cy="5072700"/>
          </a:xfrm>
          <a:prstGeom prst="rect">
            <a:avLst/>
          </a:prstGeom>
          <a:noFill/>
          <a:ln>
            <a:noFill/>
          </a:ln>
        </p:spPr>
        <p:txBody>
          <a:bodyPr spcFirstLastPara="1" wrap="square" lIns="268175" tIns="268175" rIns="268175" bIns="268175" anchor="t" anchorCtr="0">
            <a:noAutofit/>
          </a:bodyPr>
          <a:lstStyle>
            <a:lvl1pPr lvl="0" algn="ctr">
              <a:lnSpc>
                <a:spcPct val="100000"/>
              </a:lnSpc>
              <a:spcBef>
                <a:spcPts val="0"/>
              </a:spcBef>
              <a:spcAft>
                <a:spcPts val="0"/>
              </a:spcAft>
              <a:buSzPts val="8200"/>
              <a:buNone/>
              <a:defRPr sz="8200"/>
            </a:lvl1pPr>
            <a:lvl2pPr lvl="1" algn="ctr">
              <a:lnSpc>
                <a:spcPct val="100000"/>
              </a:lnSpc>
              <a:spcBef>
                <a:spcPts val="0"/>
              </a:spcBef>
              <a:spcAft>
                <a:spcPts val="0"/>
              </a:spcAft>
              <a:buSzPts val="8200"/>
              <a:buNone/>
              <a:defRPr sz="8200"/>
            </a:lvl2pPr>
            <a:lvl3pPr lvl="2" algn="ctr">
              <a:lnSpc>
                <a:spcPct val="100000"/>
              </a:lnSpc>
              <a:spcBef>
                <a:spcPts val="0"/>
              </a:spcBef>
              <a:spcAft>
                <a:spcPts val="0"/>
              </a:spcAft>
              <a:buSzPts val="8200"/>
              <a:buNone/>
              <a:defRPr sz="8200"/>
            </a:lvl3pPr>
            <a:lvl4pPr lvl="3" algn="ctr">
              <a:lnSpc>
                <a:spcPct val="100000"/>
              </a:lnSpc>
              <a:spcBef>
                <a:spcPts val="0"/>
              </a:spcBef>
              <a:spcAft>
                <a:spcPts val="0"/>
              </a:spcAft>
              <a:buSzPts val="8200"/>
              <a:buNone/>
              <a:defRPr sz="8200"/>
            </a:lvl4pPr>
            <a:lvl5pPr lvl="4" algn="ctr">
              <a:lnSpc>
                <a:spcPct val="100000"/>
              </a:lnSpc>
              <a:spcBef>
                <a:spcPts val="0"/>
              </a:spcBef>
              <a:spcAft>
                <a:spcPts val="0"/>
              </a:spcAft>
              <a:buSzPts val="8200"/>
              <a:buNone/>
              <a:defRPr sz="8200"/>
            </a:lvl5pPr>
            <a:lvl6pPr lvl="5" algn="ctr">
              <a:lnSpc>
                <a:spcPct val="100000"/>
              </a:lnSpc>
              <a:spcBef>
                <a:spcPts val="0"/>
              </a:spcBef>
              <a:spcAft>
                <a:spcPts val="0"/>
              </a:spcAft>
              <a:buSzPts val="8200"/>
              <a:buNone/>
              <a:defRPr sz="8200"/>
            </a:lvl6pPr>
            <a:lvl7pPr lvl="6" algn="ctr">
              <a:lnSpc>
                <a:spcPct val="100000"/>
              </a:lnSpc>
              <a:spcBef>
                <a:spcPts val="0"/>
              </a:spcBef>
              <a:spcAft>
                <a:spcPts val="0"/>
              </a:spcAft>
              <a:buSzPts val="8200"/>
              <a:buNone/>
              <a:defRPr sz="8200"/>
            </a:lvl7pPr>
            <a:lvl8pPr lvl="7" algn="ctr">
              <a:lnSpc>
                <a:spcPct val="100000"/>
              </a:lnSpc>
              <a:spcBef>
                <a:spcPts val="0"/>
              </a:spcBef>
              <a:spcAft>
                <a:spcPts val="0"/>
              </a:spcAft>
              <a:buSzPts val="8200"/>
              <a:buNone/>
              <a:defRPr sz="8200"/>
            </a:lvl8pPr>
            <a:lvl9pPr lvl="8" algn="ctr">
              <a:lnSpc>
                <a:spcPct val="100000"/>
              </a:lnSpc>
              <a:spcBef>
                <a:spcPts val="0"/>
              </a:spcBef>
              <a:spcAft>
                <a:spcPts val="0"/>
              </a:spcAft>
              <a:buSzPts val="8200"/>
              <a:buNone/>
              <a:defRPr sz="8200"/>
            </a:lvl9pPr>
          </a:lstStyle>
          <a:p>
            <a:endParaRPr/>
          </a:p>
        </p:txBody>
      </p:sp>
      <p:sp>
        <p:nvSpPr>
          <p:cNvPr id="12" name="Google Shape;12;p2"/>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74040" y="13765441"/>
            <a:ext cx="10224600" cy="5387400"/>
          </a:xfrm>
          <a:prstGeom prst="rect">
            <a:avLst/>
          </a:prstGeom>
          <a:noFill/>
          <a:ln>
            <a:noFill/>
          </a:ln>
        </p:spPr>
        <p:txBody>
          <a:bodyPr spcFirstLastPara="1" wrap="square" lIns="268175" tIns="268175" rIns="268175" bIns="268175" anchor="ctr" anchorCtr="0">
            <a:noAutofit/>
          </a:bodyPr>
          <a:lstStyle>
            <a:lvl1pPr lvl="0" algn="ctr">
              <a:lnSpc>
                <a:spcPct val="100000"/>
              </a:lnSpc>
              <a:spcBef>
                <a:spcPts val="0"/>
              </a:spcBef>
              <a:spcAft>
                <a:spcPts val="0"/>
              </a:spcAft>
              <a:buSzPts val="10600"/>
              <a:buNone/>
              <a:defRPr sz="10600"/>
            </a:lvl1pPr>
            <a:lvl2pPr lvl="1" algn="ctr">
              <a:lnSpc>
                <a:spcPct val="100000"/>
              </a:lnSpc>
              <a:spcBef>
                <a:spcPts val="0"/>
              </a:spcBef>
              <a:spcAft>
                <a:spcPts val="0"/>
              </a:spcAft>
              <a:buSzPts val="10600"/>
              <a:buNone/>
              <a:defRPr sz="10600"/>
            </a:lvl2pPr>
            <a:lvl3pPr lvl="2" algn="ctr">
              <a:lnSpc>
                <a:spcPct val="100000"/>
              </a:lnSpc>
              <a:spcBef>
                <a:spcPts val="0"/>
              </a:spcBef>
              <a:spcAft>
                <a:spcPts val="0"/>
              </a:spcAft>
              <a:buSzPts val="10600"/>
              <a:buNone/>
              <a:defRPr sz="10600"/>
            </a:lvl3pPr>
            <a:lvl4pPr lvl="3" algn="ctr">
              <a:lnSpc>
                <a:spcPct val="100000"/>
              </a:lnSpc>
              <a:spcBef>
                <a:spcPts val="0"/>
              </a:spcBef>
              <a:spcAft>
                <a:spcPts val="0"/>
              </a:spcAft>
              <a:buSzPts val="10600"/>
              <a:buNone/>
              <a:defRPr sz="10600"/>
            </a:lvl4pPr>
            <a:lvl5pPr lvl="4" algn="ctr">
              <a:lnSpc>
                <a:spcPct val="100000"/>
              </a:lnSpc>
              <a:spcBef>
                <a:spcPts val="0"/>
              </a:spcBef>
              <a:spcAft>
                <a:spcPts val="0"/>
              </a:spcAft>
              <a:buSzPts val="10600"/>
              <a:buNone/>
              <a:defRPr sz="10600"/>
            </a:lvl5pPr>
            <a:lvl6pPr lvl="5" algn="ctr">
              <a:lnSpc>
                <a:spcPct val="100000"/>
              </a:lnSpc>
              <a:spcBef>
                <a:spcPts val="0"/>
              </a:spcBef>
              <a:spcAft>
                <a:spcPts val="0"/>
              </a:spcAft>
              <a:buSzPts val="10600"/>
              <a:buNone/>
              <a:defRPr sz="10600"/>
            </a:lvl6pPr>
            <a:lvl7pPr lvl="6" algn="ctr">
              <a:lnSpc>
                <a:spcPct val="100000"/>
              </a:lnSpc>
              <a:spcBef>
                <a:spcPts val="0"/>
              </a:spcBef>
              <a:spcAft>
                <a:spcPts val="0"/>
              </a:spcAft>
              <a:buSzPts val="10600"/>
              <a:buNone/>
              <a:defRPr sz="10600"/>
            </a:lvl7pPr>
            <a:lvl8pPr lvl="7" algn="ctr">
              <a:lnSpc>
                <a:spcPct val="100000"/>
              </a:lnSpc>
              <a:spcBef>
                <a:spcPts val="0"/>
              </a:spcBef>
              <a:spcAft>
                <a:spcPts val="0"/>
              </a:spcAft>
              <a:buSzPts val="10600"/>
              <a:buNone/>
              <a:defRPr sz="10600"/>
            </a:lvl8pPr>
            <a:lvl9pPr lvl="8" algn="ctr">
              <a:lnSpc>
                <a:spcPct val="100000"/>
              </a:lnSpc>
              <a:spcBef>
                <a:spcPts val="0"/>
              </a:spcBef>
              <a:spcAft>
                <a:spcPts val="0"/>
              </a:spcAft>
              <a:buSzPts val="10600"/>
              <a:buNone/>
              <a:defRPr sz="10600"/>
            </a:lvl9pPr>
          </a:lstStyle>
          <a:p>
            <a:endParaRPr/>
          </a:p>
        </p:txBody>
      </p:sp>
      <p:sp>
        <p:nvSpPr>
          <p:cNvPr id="15" name="Google Shape;15;p3"/>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74040" y="2848160"/>
            <a:ext cx="10224600" cy="3665400"/>
          </a:xfrm>
          <a:prstGeom prst="rect">
            <a:avLst/>
          </a:prstGeom>
          <a:noFill/>
          <a:ln>
            <a:noFill/>
          </a:ln>
        </p:spPr>
        <p:txBody>
          <a:bodyPr spcFirstLastPara="1" wrap="square" lIns="268175" tIns="268175" rIns="268175" bIns="268175" anchor="t" anchorCtr="0">
            <a:noAutofit/>
          </a:bodyPr>
          <a:lstStyle>
            <a:lvl1pPr lvl="0" algn="l">
              <a:lnSpc>
                <a:spcPct val="100000"/>
              </a:lnSpc>
              <a:spcBef>
                <a:spcPts val="0"/>
              </a:spcBef>
              <a:spcAft>
                <a:spcPts val="0"/>
              </a:spcAft>
              <a:buSzPts val="8200"/>
              <a:buNone/>
              <a:defRPr/>
            </a:lvl1pPr>
            <a:lvl2pPr lvl="1" algn="l">
              <a:lnSpc>
                <a:spcPct val="100000"/>
              </a:lnSpc>
              <a:spcBef>
                <a:spcPts val="0"/>
              </a:spcBef>
              <a:spcAft>
                <a:spcPts val="0"/>
              </a:spcAft>
              <a:buSzPts val="8200"/>
              <a:buNone/>
              <a:defRPr/>
            </a:lvl2pPr>
            <a:lvl3pPr lvl="2" algn="l">
              <a:lnSpc>
                <a:spcPct val="100000"/>
              </a:lnSpc>
              <a:spcBef>
                <a:spcPts val="0"/>
              </a:spcBef>
              <a:spcAft>
                <a:spcPts val="0"/>
              </a:spcAft>
              <a:buSzPts val="8200"/>
              <a:buNone/>
              <a:defRPr/>
            </a:lvl3pPr>
            <a:lvl4pPr lvl="3" algn="l">
              <a:lnSpc>
                <a:spcPct val="100000"/>
              </a:lnSpc>
              <a:spcBef>
                <a:spcPts val="0"/>
              </a:spcBef>
              <a:spcAft>
                <a:spcPts val="0"/>
              </a:spcAft>
              <a:buSzPts val="8200"/>
              <a:buNone/>
              <a:defRPr/>
            </a:lvl4pPr>
            <a:lvl5pPr lvl="4" algn="l">
              <a:lnSpc>
                <a:spcPct val="100000"/>
              </a:lnSpc>
              <a:spcBef>
                <a:spcPts val="0"/>
              </a:spcBef>
              <a:spcAft>
                <a:spcPts val="0"/>
              </a:spcAft>
              <a:buSzPts val="8200"/>
              <a:buNone/>
              <a:defRPr/>
            </a:lvl5pPr>
            <a:lvl6pPr lvl="5" algn="l">
              <a:lnSpc>
                <a:spcPct val="100000"/>
              </a:lnSpc>
              <a:spcBef>
                <a:spcPts val="0"/>
              </a:spcBef>
              <a:spcAft>
                <a:spcPts val="0"/>
              </a:spcAft>
              <a:buSzPts val="8200"/>
              <a:buNone/>
              <a:defRPr/>
            </a:lvl6pPr>
            <a:lvl7pPr lvl="6" algn="l">
              <a:lnSpc>
                <a:spcPct val="100000"/>
              </a:lnSpc>
              <a:spcBef>
                <a:spcPts val="0"/>
              </a:spcBef>
              <a:spcAft>
                <a:spcPts val="0"/>
              </a:spcAft>
              <a:buSzPts val="8200"/>
              <a:buNone/>
              <a:defRPr/>
            </a:lvl7pPr>
            <a:lvl8pPr lvl="7" algn="l">
              <a:lnSpc>
                <a:spcPct val="100000"/>
              </a:lnSpc>
              <a:spcBef>
                <a:spcPts val="0"/>
              </a:spcBef>
              <a:spcAft>
                <a:spcPts val="0"/>
              </a:spcAft>
              <a:buSzPts val="8200"/>
              <a:buNone/>
              <a:defRPr/>
            </a:lvl8pPr>
            <a:lvl9pPr lvl="8" algn="l">
              <a:lnSpc>
                <a:spcPct val="100000"/>
              </a:lnSpc>
              <a:spcBef>
                <a:spcPts val="0"/>
              </a:spcBef>
              <a:spcAft>
                <a:spcPts val="0"/>
              </a:spcAft>
              <a:buSzPts val="8200"/>
              <a:buNone/>
              <a:defRPr/>
            </a:lvl9pPr>
          </a:lstStyle>
          <a:p>
            <a:endParaRPr/>
          </a:p>
        </p:txBody>
      </p:sp>
      <p:sp>
        <p:nvSpPr>
          <p:cNvPr id="18" name="Google Shape;18;p4"/>
          <p:cNvSpPr txBox="1">
            <a:spLocks noGrp="1"/>
          </p:cNvSpPr>
          <p:nvPr>
            <p:ph type="body" idx="1"/>
          </p:nvPr>
        </p:nvSpPr>
        <p:spPr>
          <a:xfrm>
            <a:off x="374040" y="7375840"/>
            <a:ext cx="10224600" cy="21864900"/>
          </a:xfrm>
          <a:prstGeom prst="rect">
            <a:avLst/>
          </a:prstGeom>
          <a:noFill/>
          <a:ln>
            <a:noFill/>
          </a:ln>
        </p:spPr>
        <p:txBody>
          <a:bodyPr spcFirstLastPara="1" wrap="square" lIns="268175" tIns="268175" rIns="268175" bIns="268175" anchor="t" anchorCtr="0">
            <a:noAutofit/>
          </a:bodyPr>
          <a:lstStyle>
            <a:lvl1pPr marL="457200" lvl="0" indent="-565150" algn="l">
              <a:lnSpc>
                <a:spcPct val="115000"/>
              </a:lnSpc>
              <a:spcBef>
                <a:spcPts val="0"/>
              </a:spcBef>
              <a:spcAft>
                <a:spcPts val="0"/>
              </a:spcAft>
              <a:buSzPts val="5300"/>
              <a:buChar char="●"/>
              <a:defRPr/>
            </a:lvl1pPr>
            <a:lvl2pPr marL="914400" lvl="1" indent="-488950" algn="l">
              <a:lnSpc>
                <a:spcPct val="115000"/>
              </a:lnSpc>
              <a:spcBef>
                <a:spcPts val="4700"/>
              </a:spcBef>
              <a:spcAft>
                <a:spcPts val="0"/>
              </a:spcAft>
              <a:buSzPts val="4100"/>
              <a:buChar char="○"/>
              <a:defRPr/>
            </a:lvl2pPr>
            <a:lvl3pPr marL="1371600" lvl="2" indent="-488950" algn="l">
              <a:lnSpc>
                <a:spcPct val="115000"/>
              </a:lnSpc>
              <a:spcBef>
                <a:spcPts val="4700"/>
              </a:spcBef>
              <a:spcAft>
                <a:spcPts val="0"/>
              </a:spcAft>
              <a:buSzPts val="4100"/>
              <a:buChar char="■"/>
              <a:defRPr/>
            </a:lvl3pPr>
            <a:lvl4pPr marL="1828800" lvl="3" indent="-488950" algn="l">
              <a:lnSpc>
                <a:spcPct val="115000"/>
              </a:lnSpc>
              <a:spcBef>
                <a:spcPts val="4700"/>
              </a:spcBef>
              <a:spcAft>
                <a:spcPts val="0"/>
              </a:spcAft>
              <a:buSzPts val="4100"/>
              <a:buChar char="●"/>
              <a:defRPr/>
            </a:lvl4pPr>
            <a:lvl5pPr marL="2286000" lvl="4" indent="-488950" algn="l">
              <a:lnSpc>
                <a:spcPct val="115000"/>
              </a:lnSpc>
              <a:spcBef>
                <a:spcPts val="4700"/>
              </a:spcBef>
              <a:spcAft>
                <a:spcPts val="0"/>
              </a:spcAft>
              <a:buSzPts val="4100"/>
              <a:buChar char="○"/>
              <a:defRPr/>
            </a:lvl5pPr>
            <a:lvl6pPr marL="2743200" lvl="5" indent="-488950" algn="l">
              <a:lnSpc>
                <a:spcPct val="115000"/>
              </a:lnSpc>
              <a:spcBef>
                <a:spcPts val="4700"/>
              </a:spcBef>
              <a:spcAft>
                <a:spcPts val="0"/>
              </a:spcAft>
              <a:buSzPts val="4100"/>
              <a:buChar char="■"/>
              <a:defRPr/>
            </a:lvl6pPr>
            <a:lvl7pPr marL="3200400" lvl="6" indent="-488950" algn="l">
              <a:lnSpc>
                <a:spcPct val="115000"/>
              </a:lnSpc>
              <a:spcBef>
                <a:spcPts val="4700"/>
              </a:spcBef>
              <a:spcAft>
                <a:spcPts val="0"/>
              </a:spcAft>
              <a:buSzPts val="4100"/>
              <a:buChar char="●"/>
              <a:defRPr/>
            </a:lvl7pPr>
            <a:lvl8pPr marL="3657600" lvl="7" indent="-488950" algn="l">
              <a:lnSpc>
                <a:spcPct val="115000"/>
              </a:lnSpc>
              <a:spcBef>
                <a:spcPts val="4700"/>
              </a:spcBef>
              <a:spcAft>
                <a:spcPts val="0"/>
              </a:spcAft>
              <a:buSzPts val="4100"/>
              <a:buChar char="○"/>
              <a:defRPr/>
            </a:lvl8pPr>
            <a:lvl9pPr marL="4114800" lvl="8" indent="-488950" algn="l">
              <a:lnSpc>
                <a:spcPct val="115000"/>
              </a:lnSpc>
              <a:spcBef>
                <a:spcPts val="4700"/>
              </a:spcBef>
              <a:spcAft>
                <a:spcPts val="4700"/>
              </a:spcAft>
              <a:buSzPts val="4100"/>
              <a:buChar char="■"/>
              <a:defRPr/>
            </a:lvl9pPr>
          </a:lstStyle>
          <a:p>
            <a:endParaRPr/>
          </a:p>
        </p:txBody>
      </p:sp>
      <p:sp>
        <p:nvSpPr>
          <p:cNvPr id="19" name="Google Shape;19;p4"/>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74040" y="2848160"/>
            <a:ext cx="10224600" cy="3665400"/>
          </a:xfrm>
          <a:prstGeom prst="rect">
            <a:avLst/>
          </a:prstGeom>
          <a:noFill/>
          <a:ln>
            <a:noFill/>
          </a:ln>
        </p:spPr>
        <p:txBody>
          <a:bodyPr spcFirstLastPara="1" wrap="square" lIns="268175" tIns="268175" rIns="268175" bIns="268175" anchor="t" anchorCtr="0">
            <a:noAutofit/>
          </a:bodyPr>
          <a:lstStyle>
            <a:lvl1pPr lvl="0" algn="l">
              <a:lnSpc>
                <a:spcPct val="100000"/>
              </a:lnSpc>
              <a:spcBef>
                <a:spcPts val="0"/>
              </a:spcBef>
              <a:spcAft>
                <a:spcPts val="0"/>
              </a:spcAft>
              <a:buSzPts val="8200"/>
              <a:buNone/>
              <a:defRPr/>
            </a:lvl1pPr>
            <a:lvl2pPr lvl="1" algn="l">
              <a:lnSpc>
                <a:spcPct val="100000"/>
              </a:lnSpc>
              <a:spcBef>
                <a:spcPts val="0"/>
              </a:spcBef>
              <a:spcAft>
                <a:spcPts val="0"/>
              </a:spcAft>
              <a:buSzPts val="8200"/>
              <a:buNone/>
              <a:defRPr/>
            </a:lvl2pPr>
            <a:lvl3pPr lvl="2" algn="l">
              <a:lnSpc>
                <a:spcPct val="100000"/>
              </a:lnSpc>
              <a:spcBef>
                <a:spcPts val="0"/>
              </a:spcBef>
              <a:spcAft>
                <a:spcPts val="0"/>
              </a:spcAft>
              <a:buSzPts val="8200"/>
              <a:buNone/>
              <a:defRPr/>
            </a:lvl3pPr>
            <a:lvl4pPr lvl="3" algn="l">
              <a:lnSpc>
                <a:spcPct val="100000"/>
              </a:lnSpc>
              <a:spcBef>
                <a:spcPts val="0"/>
              </a:spcBef>
              <a:spcAft>
                <a:spcPts val="0"/>
              </a:spcAft>
              <a:buSzPts val="8200"/>
              <a:buNone/>
              <a:defRPr/>
            </a:lvl4pPr>
            <a:lvl5pPr lvl="4" algn="l">
              <a:lnSpc>
                <a:spcPct val="100000"/>
              </a:lnSpc>
              <a:spcBef>
                <a:spcPts val="0"/>
              </a:spcBef>
              <a:spcAft>
                <a:spcPts val="0"/>
              </a:spcAft>
              <a:buSzPts val="8200"/>
              <a:buNone/>
              <a:defRPr/>
            </a:lvl5pPr>
            <a:lvl6pPr lvl="5" algn="l">
              <a:lnSpc>
                <a:spcPct val="100000"/>
              </a:lnSpc>
              <a:spcBef>
                <a:spcPts val="0"/>
              </a:spcBef>
              <a:spcAft>
                <a:spcPts val="0"/>
              </a:spcAft>
              <a:buSzPts val="8200"/>
              <a:buNone/>
              <a:defRPr/>
            </a:lvl6pPr>
            <a:lvl7pPr lvl="6" algn="l">
              <a:lnSpc>
                <a:spcPct val="100000"/>
              </a:lnSpc>
              <a:spcBef>
                <a:spcPts val="0"/>
              </a:spcBef>
              <a:spcAft>
                <a:spcPts val="0"/>
              </a:spcAft>
              <a:buSzPts val="8200"/>
              <a:buNone/>
              <a:defRPr/>
            </a:lvl7pPr>
            <a:lvl8pPr lvl="7" algn="l">
              <a:lnSpc>
                <a:spcPct val="100000"/>
              </a:lnSpc>
              <a:spcBef>
                <a:spcPts val="0"/>
              </a:spcBef>
              <a:spcAft>
                <a:spcPts val="0"/>
              </a:spcAft>
              <a:buSzPts val="8200"/>
              <a:buNone/>
              <a:defRPr/>
            </a:lvl8pPr>
            <a:lvl9pPr lvl="8" algn="l">
              <a:lnSpc>
                <a:spcPct val="100000"/>
              </a:lnSpc>
              <a:spcBef>
                <a:spcPts val="0"/>
              </a:spcBef>
              <a:spcAft>
                <a:spcPts val="0"/>
              </a:spcAft>
              <a:buSzPts val="8200"/>
              <a:buNone/>
              <a:defRPr/>
            </a:lvl9pPr>
          </a:lstStyle>
          <a:p>
            <a:endParaRPr/>
          </a:p>
        </p:txBody>
      </p:sp>
      <p:sp>
        <p:nvSpPr>
          <p:cNvPr id="22" name="Google Shape;22;p5"/>
          <p:cNvSpPr txBox="1">
            <a:spLocks noGrp="1"/>
          </p:cNvSpPr>
          <p:nvPr>
            <p:ph type="body" idx="1"/>
          </p:nvPr>
        </p:nvSpPr>
        <p:spPr>
          <a:xfrm>
            <a:off x="374040" y="7375840"/>
            <a:ext cx="4800000" cy="21864900"/>
          </a:xfrm>
          <a:prstGeom prst="rect">
            <a:avLst/>
          </a:prstGeom>
          <a:noFill/>
          <a:ln>
            <a:noFill/>
          </a:ln>
        </p:spPr>
        <p:txBody>
          <a:bodyPr spcFirstLastPara="1" wrap="square" lIns="268175" tIns="268175" rIns="268175" bIns="268175" anchor="t" anchorCtr="0">
            <a:noAutofit/>
          </a:bodyPr>
          <a:lstStyle>
            <a:lvl1pPr marL="457200" lvl="0" indent="-488950" algn="l">
              <a:lnSpc>
                <a:spcPct val="115000"/>
              </a:lnSpc>
              <a:spcBef>
                <a:spcPts val="0"/>
              </a:spcBef>
              <a:spcAft>
                <a:spcPts val="0"/>
              </a:spcAft>
              <a:buSzPts val="4100"/>
              <a:buChar char="●"/>
              <a:defRPr sz="4100"/>
            </a:lvl1pPr>
            <a:lvl2pPr marL="914400" lvl="1" indent="-450850" algn="l">
              <a:lnSpc>
                <a:spcPct val="115000"/>
              </a:lnSpc>
              <a:spcBef>
                <a:spcPts val="4700"/>
              </a:spcBef>
              <a:spcAft>
                <a:spcPts val="0"/>
              </a:spcAft>
              <a:buSzPts val="3500"/>
              <a:buChar char="○"/>
              <a:defRPr sz="3500"/>
            </a:lvl2pPr>
            <a:lvl3pPr marL="1371600" lvl="2" indent="-450850" algn="l">
              <a:lnSpc>
                <a:spcPct val="115000"/>
              </a:lnSpc>
              <a:spcBef>
                <a:spcPts val="4700"/>
              </a:spcBef>
              <a:spcAft>
                <a:spcPts val="0"/>
              </a:spcAft>
              <a:buSzPts val="3500"/>
              <a:buChar char="■"/>
              <a:defRPr sz="3500"/>
            </a:lvl3pPr>
            <a:lvl4pPr marL="1828800" lvl="3" indent="-450850" algn="l">
              <a:lnSpc>
                <a:spcPct val="115000"/>
              </a:lnSpc>
              <a:spcBef>
                <a:spcPts val="4700"/>
              </a:spcBef>
              <a:spcAft>
                <a:spcPts val="0"/>
              </a:spcAft>
              <a:buSzPts val="3500"/>
              <a:buChar char="●"/>
              <a:defRPr sz="3500"/>
            </a:lvl4pPr>
            <a:lvl5pPr marL="2286000" lvl="4" indent="-450850" algn="l">
              <a:lnSpc>
                <a:spcPct val="115000"/>
              </a:lnSpc>
              <a:spcBef>
                <a:spcPts val="4700"/>
              </a:spcBef>
              <a:spcAft>
                <a:spcPts val="0"/>
              </a:spcAft>
              <a:buSzPts val="3500"/>
              <a:buChar char="○"/>
              <a:defRPr sz="3500"/>
            </a:lvl5pPr>
            <a:lvl6pPr marL="2743200" lvl="5" indent="-450850" algn="l">
              <a:lnSpc>
                <a:spcPct val="115000"/>
              </a:lnSpc>
              <a:spcBef>
                <a:spcPts val="4700"/>
              </a:spcBef>
              <a:spcAft>
                <a:spcPts val="0"/>
              </a:spcAft>
              <a:buSzPts val="3500"/>
              <a:buChar char="■"/>
              <a:defRPr sz="3500"/>
            </a:lvl6pPr>
            <a:lvl7pPr marL="3200400" lvl="6" indent="-450850" algn="l">
              <a:lnSpc>
                <a:spcPct val="115000"/>
              </a:lnSpc>
              <a:spcBef>
                <a:spcPts val="4700"/>
              </a:spcBef>
              <a:spcAft>
                <a:spcPts val="0"/>
              </a:spcAft>
              <a:buSzPts val="3500"/>
              <a:buChar char="●"/>
              <a:defRPr sz="3500"/>
            </a:lvl7pPr>
            <a:lvl8pPr marL="3657600" lvl="7" indent="-450850" algn="l">
              <a:lnSpc>
                <a:spcPct val="115000"/>
              </a:lnSpc>
              <a:spcBef>
                <a:spcPts val="4700"/>
              </a:spcBef>
              <a:spcAft>
                <a:spcPts val="0"/>
              </a:spcAft>
              <a:buSzPts val="3500"/>
              <a:buChar char="○"/>
              <a:defRPr sz="3500"/>
            </a:lvl8pPr>
            <a:lvl9pPr marL="4114800" lvl="8" indent="-450850" algn="l">
              <a:lnSpc>
                <a:spcPct val="115000"/>
              </a:lnSpc>
              <a:spcBef>
                <a:spcPts val="4700"/>
              </a:spcBef>
              <a:spcAft>
                <a:spcPts val="4700"/>
              </a:spcAft>
              <a:buSzPts val="3500"/>
              <a:buChar char="■"/>
              <a:defRPr sz="3500"/>
            </a:lvl9pPr>
          </a:lstStyle>
          <a:p>
            <a:endParaRPr/>
          </a:p>
        </p:txBody>
      </p:sp>
      <p:sp>
        <p:nvSpPr>
          <p:cNvPr id="23" name="Google Shape;23;p5"/>
          <p:cNvSpPr txBox="1">
            <a:spLocks noGrp="1"/>
          </p:cNvSpPr>
          <p:nvPr>
            <p:ph type="body" idx="2"/>
          </p:nvPr>
        </p:nvSpPr>
        <p:spPr>
          <a:xfrm>
            <a:off x="5798880" y="7375840"/>
            <a:ext cx="4800000" cy="21864900"/>
          </a:xfrm>
          <a:prstGeom prst="rect">
            <a:avLst/>
          </a:prstGeom>
          <a:noFill/>
          <a:ln>
            <a:noFill/>
          </a:ln>
        </p:spPr>
        <p:txBody>
          <a:bodyPr spcFirstLastPara="1" wrap="square" lIns="268175" tIns="268175" rIns="268175" bIns="268175" anchor="t" anchorCtr="0">
            <a:noAutofit/>
          </a:bodyPr>
          <a:lstStyle>
            <a:lvl1pPr marL="457200" lvl="0" indent="-488950" algn="l">
              <a:lnSpc>
                <a:spcPct val="115000"/>
              </a:lnSpc>
              <a:spcBef>
                <a:spcPts val="0"/>
              </a:spcBef>
              <a:spcAft>
                <a:spcPts val="0"/>
              </a:spcAft>
              <a:buSzPts val="4100"/>
              <a:buChar char="●"/>
              <a:defRPr sz="4100"/>
            </a:lvl1pPr>
            <a:lvl2pPr marL="914400" lvl="1" indent="-450850" algn="l">
              <a:lnSpc>
                <a:spcPct val="115000"/>
              </a:lnSpc>
              <a:spcBef>
                <a:spcPts val="4700"/>
              </a:spcBef>
              <a:spcAft>
                <a:spcPts val="0"/>
              </a:spcAft>
              <a:buSzPts val="3500"/>
              <a:buChar char="○"/>
              <a:defRPr sz="3500"/>
            </a:lvl2pPr>
            <a:lvl3pPr marL="1371600" lvl="2" indent="-450850" algn="l">
              <a:lnSpc>
                <a:spcPct val="115000"/>
              </a:lnSpc>
              <a:spcBef>
                <a:spcPts val="4700"/>
              </a:spcBef>
              <a:spcAft>
                <a:spcPts val="0"/>
              </a:spcAft>
              <a:buSzPts val="3500"/>
              <a:buChar char="■"/>
              <a:defRPr sz="3500"/>
            </a:lvl3pPr>
            <a:lvl4pPr marL="1828800" lvl="3" indent="-450850" algn="l">
              <a:lnSpc>
                <a:spcPct val="115000"/>
              </a:lnSpc>
              <a:spcBef>
                <a:spcPts val="4700"/>
              </a:spcBef>
              <a:spcAft>
                <a:spcPts val="0"/>
              </a:spcAft>
              <a:buSzPts val="3500"/>
              <a:buChar char="●"/>
              <a:defRPr sz="3500"/>
            </a:lvl4pPr>
            <a:lvl5pPr marL="2286000" lvl="4" indent="-450850" algn="l">
              <a:lnSpc>
                <a:spcPct val="115000"/>
              </a:lnSpc>
              <a:spcBef>
                <a:spcPts val="4700"/>
              </a:spcBef>
              <a:spcAft>
                <a:spcPts val="0"/>
              </a:spcAft>
              <a:buSzPts val="3500"/>
              <a:buChar char="○"/>
              <a:defRPr sz="3500"/>
            </a:lvl5pPr>
            <a:lvl6pPr marL="2743200" lvl="5" indent="-450850" algn="l">
              <a:lnSpc>
                <a:spcPct val="115000"/>
              </a:lnSpc>
              <a:spcBef>
                <a:spcPts val="4700"/>
              </a:spcBef>
              <a:spcAft>
                <a:spcPts val="0"/>
              </a:spcAft>
              <a:buSzPts val="3500"/>
              <a:buChar char="■"/>
              <a:defRPr sz="3500"/>
            </a:lvl6pPr>
            <a:lvl7pPr marL="3200400" lvl="6" indent="-450850" algn="l">
              <a:lnSpc>
                <a:spcPct val="115000"/>
              </a:lnSpc>
              <a:spcBef>
                <a:spcPts val="4700"/>
              </a:spcBef>
              <a:spcAft>
                <a:spcPts val="0"/>
              </a:spcAft>
              <a:buSzPts val="3500"/>
              <a:buChar char="●"/>
              <a:defRPr sz="3500"/>
            </a:lvl7pPr>
            <a:lvl8pPr marL="3657600" lvl="7" indent="-450850" algn="l">
              <a:lnSpc>
                <a:spcPct val="115000"/>
              </a:lnSpc>
              <a:spcBef>
                <a:spcPts val="4700"/>
              </a:spcBef>
              <a:spcAft>
                <a:spcPts val="0"/>
              </a:spcAft>
              <a:buSzPts val="3500"/>
              <a:buChar char="○"/>
              <a:defRPr sz="3500"/>
            </a:lvl8pPr>
            <a:lvl9pPr marL="4114800" lvl="8" indent="-450850" algn="l">
              <a:lnSpc>
                <a:spcPct val="115000"/>
              </a:lnSpc>
              <a:spcBef>
                <a:spcPts val="4700"/>
              </a:spcBef>
              <a:spcAft>
                <a:spcPts val="4700"/>
              </a:spcAft>
              <a:buSzPts val="3500"/>
              <a:buChar char="■"/>
              <a:defRPr sz="3500"/>
            </a:lvl9pPr>
          </a:lstStyle>
          <a:p>
            <a:endParaRPr/>
          </a:p>
        </p:txBody>
      </p:sp>
      <p:sp>
        <p:nvSpPr>
          <p:cNvPr id="24" name="Google Shape;24;p5"/>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74040" y="2848160"/>
            <a:ext cx="10224600" cy="3665400"/>
          </a:xfrm>
          <a:prstGeom prst="rect">
            <a:avLst/>
          </a:prstGeom>
          <a:noFill/>
          <a:ln>
            <a:noFill/>
          </a:ln>
        </p:spPr>
        <p:txBody>
          <a:bodyPr spcFirstLastPara="1" wrap="square" lIns="268175" tIns="268175" rIns="268175" bIns="268175" anchor="t" anchorCtr="0">
            <a:noAutofit/>
          </a:bodyPr>
          <a:lstStyle>
            <a:lvl1pPr lvl="0" algn="l">
              <a:lnSpc>
                <a:spcPct val="100000"/>
              </a:lnSpc>
              <a:spcBef>
                <a:spcPts val="0"/>
              </a:spcBef>
              <a:spcAft>
                <a:spcPts val="0"/>
              </a:spcAft>
              <a:buSzPts val="8200"/>
              <a:buNone/>
              <a:defRPr/>
            </a:lvl1pPr>
            <a:lvl2pPr lvl="1" algn="l">
              <a:lnSpc>
                <a:spcPct val="100000"/>
              </a:lnSpc>
              <a:spcBef>
                <a:spcPts val="0"/>
              </a:spcBef>
              <a:spcAft>
                <a:spcPts val="0"/>
              </a:spcAft>
              <a:buSzPts val="8200"/>
              <a:buNone/>
              <a:defRPr/>
            </a:lvl2pPr>
            <a:lvl3pPr lvl="2" algn="l">
              <a:lnSpc>
                <a:spcPct val="100000"/>
              </a:lnSpc>
              <a:spcBef>
                <a:spcPts val="0"/>
              </a:spcBef>
              <a:spcAft>
                <a:spcPts val="0"/>
              </a:spcAft>
              <a:buSzPts val="8200"/>
              <a:buNone/>
              <a:defRPr/>
            </a:lvl3pPr>
            <a:lvl4pPr lvl="3" algn="l">
              <a:lnSpc>
                <a:spcPct val="100000"/>
              </a:lnSpc>
              <a:spcBef>
                <a:spcPts val="0"/>
              </a:spcBef>
              <a:spcAft>
                <a:spcPts val="0"/>
              </a:spcAft>
              <a:buSzPts val="8200"/>
              <a:buNone/>
              <a:defRPr/>
            </a:lvl4pPr>
            <a:lvl5pPr lvl="4" algn="l">
              <a:lnSpc>
                <a:spcPct val="100000"/>
              </a:lnSpc>
              <a:spcBef>
                <a:spcPts val="0"/>
              </a:spcBef>
              <a:spcAft>
                <a:spcPts val="0"/>
              </a:spcAft>
              <a:buSzPts val="8200"/>
              <a:buNone/>
              <a:defRPr/>
            </a:lvl5pPr>
            <a:lvl6pPr lvl="5" algn="l">
              <a:lnSpc>
                <a:spcPct val="100000"/>
              </a:lnSpc>
              <a:spcBef>
                <a:spcPts val="0"/>
              </a:spcBef>
              <a:spcAft>
                <a:spcPts val="0"/>
              </a:spcAft>
              <a:buSzPts val="8200"/>
              <a:buNone/>
              <a:defRPr/>
            </a:lvl6pPr>
            <a:lvl7pPr lvl="6" algn="l">
              <a:lnSpc>
                <a:spcPct val="100000"/>
              </a:lnSpc>
              <a:spcBef>
                <a:spcPts val="0"/>
              </a:spcBef>
              <a:spcAft>
                <a:spcPts val="0"/>
              </a:spcAft>
              <a:buSzPts val="8200"/>
              <a:buNone/>
              <a:defRPr/>
            </a:lvl7pPr>
            <a:lvl8pPr lvl="7" algn="l">
              <a:lnSpc>
                <a:spcPct val="100000"/>
              </a:lnSpc>
              <a:spcBef>
                <a:spcPts val="0"/>
              </a:spcBef>
              <a:spcAft>
                <a:spcPts val="0"/>
              </a:spcAft>
              <a:buSzPts val="8200"/>
              <a:buNone/>
              <a:defRPr/>
            </a:lvl8pPr>
            <a:lvl9pPr lvl="8" algn="l">
              <a:lnSpc>
                <a:spcPct val="100000"/>
              </a:lnSpc>
              <a:spcBef>
                <a:spcPts val="0"/>
              </a:spcBef>
              <a:spcAft>
                <a:spcPts val="0"/>
              </a:spcAft>
              <a:buSzPts val="8200"/>
              <a:buNone/>
              <a:defRPr/>
            </a:lvl9pPr>
          </a:lstStyle>
          <a:p>
            <a:endParaRPr/>
          </a:p>
        </p:txBody>
      </p:sp>
      <p:sp>
        <p:nvSpPr>
          <p:cNvPr id="27" name="Google Shape;27;p6"/>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74040" y="3555840"/>
            <a:ext cx="3369600" cy="4836600"/>
          </a:xfrm>
          <a:prstGeom prst="rect">
            <a:avLst/>
          </a:prstGeom>
          <a:noFill/>
          <a:ln>
            <a:noFill/>
          </a:ln>
        </p:spPr>
        <p:txBody>
          <a:bodyPr spcFirstLastPara="1" wrap="square" lIns="268175" tIns="268175" rIns="268175" bIns="268175" anchor="b" anchorCtr="0">
            <a:noAutofit/>
          </a:bodyPr>
          <a:lstStyle>
            <a:lvl1pPr lvl="0" algn="l">
              <a:lnSpc>
                <a:spcPct val="100000"/>
              </a:lnSpc>
              <a:spcBef>
                <a:spcPts val="0"/>
              </a:spcBef>
              <a:spcAft>
                <a:spcPts val="0"/>
              </a:spcAft>
              <a:buSzPts val="7000"/>
              <a:buNone/>
              <a:defRPr sz="7000"/>
            </a:lvl1pPr>
            <a:lvl2pPr lvl="1" algn="l">
              <a:lnSpc>
                <a:spcPct val="100000"/>
              </a:lnSpc>
              <a:spcBef>
                <a:spcPts val="0"/>
              </a:spcBef>
              <a:spcAft>
                <a:spcPts val="0"/>
              </a:spcAft>
              <a:buSzPts val="7000"/>
              <a:buNone/>
              <a:defRPr sz="7000"/>
            </a:lvl2pPr>
            <a:lvl3pPr lvl="2" algn="l">
              <a:lnSpc>
                <a:spcPct val="100000"/>
              </a:lnSpc>
              <a:spcBef>
                <a:spcPts val="0"/>
              </a:spcBef>
              <a:spcAft>
                <a:spcPts val="0"/>
              </a:spcAft>
              <a:buSzPts val="7000"/>
              <a:buNone/>
              <a:defRPr sz="7000"/>
            </a:lvl3pPr>
            <a:lvl4pPr lvl="3" algn="l">
              <a:lnSpc>
                <a:spcPct val="100000"/>
              </a:lnSpc>
              <a:spcBef>
                <a:spcPts val="0"/>
              </a:spcBef>
              <a:spcAft>
                <a:spcPts val="0"/>
              </a:spcAft>
              <a:buSzPts val="7000"/>
              <a:buNone/>
              <a:defRPr sz="7000"/>
            </a:lvl4pPr>
            <a:lvl5pPr lvl="4" algn="l">
              <a:lnSpc>
                <a:spcPct val="100000"/>
              </a:lnSpc>
              <a:spcBef>
                <a:spcPts val="0"/>
              </a:spcBef>
              <a:spcAft>
                <a:spcPts val="0"/>
              </a:spcAft>
              <a:buSzPts val="7000"/>
              <a:buNone/>
              <a:defRPr sz="7000"/>
            </a:lvl5pPr>
            <a:lvl6pPr lvl="5" algn="l">
              <a:lnSpc>
                <a:spcPct val="100000"/>
              </a:lnSpc>
              <a:spcBef>
                <a:spcPts val="0"/>
              </a:spcBef>
              <a:spcAft>
                <a:spcPts val="0"/>
              </a:spcAft>
              <a:buSzPts val="7000"/>
              <a:buNone/>
              <a:defRPr sz="7000"/>
            </a:lvl6pPr>
            <a:lvl7pPr lvl="6" algn="l">
              <a:lnSpc>
                <a:spcPct val="100000"/>
              </a:lnSpc>
              <a:spcBef>
                <a:spcPts val="0"/>
              </a:spcBef>
              <a:spcAft>
                <a:spcPts val="0"/>
              </a:spcAft>
              <a:buSzPts val="7000"/>
              <a:buNone/>
              <a:defRPr sz="7000"/>
            </a:lvl7pPr>
            <a:lvl8pPr lvl="7" algn="l">
              <a:lnSpc>
                <a:spcPct val="100000"/>
              </a:lnSpc>
              <a:spcBef>
                <a:spcPts val="0"/>
              </a:spcBef>
              <a:spcAft>
                <a:spcPts val="0"/>
              </a:spcAft>
              <a:buSzPts val="7000"/>
              <a:buNone/>
              <a:defRPr sz="7000"/>
            </a:lvl8pPr>
            <a:lvl9pPr lvl="8" algn="l">
              <a:lnSpc>
                <a:spcPct val="100000"/>
              </a:lnSpc>
              <a:spcBef>
                <a:spcPts val="0"/>
              </a:spcBef>
              <a:spcAft>
                <a:spcPts val="0"/>
              </a:spcAft>
              <a:buSzPts val="7000"/>
              <a:buNone/>
              <a:defRPr sz="7000"/>
            </a:lvl9pPr>
          </a:lstStyle>
          <a:p>
            <a:endParaRPr/>
          </a:p>
        </p:txBody>
      </p:sp>
      <p:sp>
        <p:nvSpPr>
          <p:cNvPr id="30" name="Google Shape;30;p7"/>
          <p:cNvSpPr txBox="1">
            <a:spLocks noGrp="1"/>
          </p:cNvSpPr>
          <p:nvPr>
            <p:ph type="body" idx="1"/>
          </p:nvPr>
        </p:nvSpPr>
        <p:spPr>
          <a:xfrm>
            <a:off x="374040" y="8893440"/>
            <a:ext cx="3369600" cy="20348100"/>
          </a:xfrm>
          <a:prstGeom prst="rect">
            <a:avLst/>
          </a:prstGeom>
          <a:noFill/>
          <a:ln>
            <a:noFill/>
          </a:ln>
        </p:spPr>
        <p:txBody>
          <a:bodyPr spcFirstLastPara="1" wrap="square" lIns="268175" tIns="268175" rIns="268175" bIns="268175" anchor="t" anchorCtr="0">
            <a:noAutofit/>
          </a:bodyPr>
          <a:lstStyle>
            <a:lvl1pPr marL="457200" lvl="0" indent="-450850" algn="l">
              <a:lnSpc>
                <a:spcPct val="115000"/>
              </a:lnSpc>
              <a:spcBef>
                <a:spcPts val="0"/>
              </a:spcBef>
              <a:spcAft>
                <a:spcPts val="0"/>
              </a:spcAft>
              <a:buSzPts val="3500"/>
              <a:buChar char="●"/>
              <a:defRPr sz="3500"/>
            </a:lvl1pPr>
            <a:lvl2pPr marL="914400" lvl="1" indent="-450850" algn="l">
              <a:lnSpc>
                <a:spcPct val="115000"/>
              </a:lnSpc>
              <a:spcBef>
                <a:spcPts val="4700"/>
              </a:spcBef>
              <a:spcAft>
                <a:spcPts val="0"/>
              </a:spcAft>
              <a:buSzPts val="3500"/>
              <a:buChar char="○"/>
              <a:defRPr sz="3500"/>
            </a:lvl2pPr>
            <a:lvl3pPr marL="1371600" lvl="2" indent="-450850" algn="l">
              <a:lnSpc>
                <a:spcPct val="115000"/>
              </a:lnSpc>
              <a:spcBef>
                <a:spcPts val="4700"/>
              </a:spcBef>
              <a:spcAft>
                <a:spcPts val="0"/>
              </a:spcAft>
              <a:buSzPts val="3500"/>
              <a:buChar char="■"/>
              <a:defRPr sz="3500"/>
            </a:lvl3pPr>
            <a:lvl4pPr marL="1828800" lvl="3" indent="-450850" algn="l">
              <a:lnSpc>
                <a:spcPct val="115000"/>
              </a:lnSpc>
              <a:spcBef>
                <a:spcPts val="4700"/>
              </a:spcBef>
              <a:spcAft>
                <a:spcPts val="0"/>
              </a:spcAft>
              <a:buSzPts val="3500"/>
              <a:buChar char="●"/>
              <a:defRPr sz="3500"/>
            </a:lvl4pPr>
            <a:lvl5pPr marL="2286000" lvl="4" indent="-450850" algn="l">
              <a:lnSpc>
                <a:spcPct val="115000"/>
              </a:lnSpc>
              <a:spcBef>
                <a:spcPts val="4700"/>
              </a:spcBef>
              <a:spcAft>
                <a:spcPts val="0"/>
              </a:spcAft>
              <a:buSzPts val="3500"/>
              <a:buChar char="○"/>
              <a:defRPr sz="3500"/>
            </a:lvl5pPr>
            <a:lvl6pPr marL="2743200" lvl="5" indent="-450850" algn="l">
              <a:lnSpc>
                <a:spcPct val="115000"/>
              </a:lnSpc>
              <a:spcBef>
                <a:spcPts val="4700"/>
              </a:spcBef>
              <a:spcAft>
                <a:spcPts val="0"/>
              </a:spcAft>
              <a:buSzPts val="3500"/>
              <a:buChar char="■"/>
              <a:defRPr sz="3500"/>
            </a:lvl6pPr>
            <a:lvl7pPr marL="3200400" lvl="6" indent="-450850" algn="l">
              <a:lnSpc>
                <a:spcPct val="115000"/>
              </a:lnSpc>
              <a:spcBef>
                <a:spcPts val="4700"/>
              </a:spcBef>
              <a:spcAft>
                <a:spcPts val="0"/>
              </a:spcAft>
              <a:buSzPts val="3500"/>
              <a:buChar char="●"/>
              <a:defRPr sz="3500"/>
            </a:lvl7pPr>
            <a:lvl8pPr marL="3657600" lvl="7" indent="-450850" algn="l">
              <a:lnSpc>
                <a:spcPct val="115000"/>
              </a:lnSpc>
              <a:spcBef>
                <a:spcPts val="4700"/>
              </a:spcBef>
              <a:spcAft>
                <a:spcPts val="0"/>
              </a:spcAft>
              <a:buSzPts val="3500"/>
              <a:buChar char="○"/>
              <a:defRPr sz="3500"/>
            </a:lvl8pPr>
            <a:lvl9pPr marL="4114800" lvl="8" indent="-450850" algn="l">
              <a:lnSpc>
                <a:spcPct val="115000"/>
              </a:lnSpc>
              <a:spcBef>
                <a:spcPts val="4700"/>
              </a:spcBef>
              <a:spcAft>
                <a:spcPts val="4700"/>
              </a:spcAft>
              <a:buSzPts val="3500"/>
              <a:buChar char="■"/>
              <a:defRPr sz="3500"/>
            </a:lvl9pPr>
          </a:lstStyle>
          <a:p>
            <a:endParaRPr/>
          </a:p>
        </p:txBody>
      </p:sp>
      <p:sp>
        <p:nvSpPr>
          <p:cNvPr id="31" name="Google Shape;31;p7"/>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588300" y="2880960"/>
            <a:ext cx="7641300" cy="26181001"/>
          </a:xfrm>
          <a:prstGeom prst="rect">
            <a:avLst/>
          </a:prstGeom>
          <a:noFill/>
          <a:ln>
            <a:noFill/>
          </a:ln>
        </p:spPr>
        <p:txBody>
          <a:bodyPr spcFirstLastPara="1" wrap="square" lIns="268175" tIns="268175" rIns="268175" bIns="268175" anchor="ctr" anchorCtr="0">
            <a:noAutofit/>
          </a:bodyPr>
          <a:lstStyle>
            <a:lvl1pPr lvl="0" algn="l">
              <a:lnSpc>
                <a:spcPct val="100000"/>
              </a:lnSpc>
              <a:spcBef>
                <a:spcPts val="0"/>
              </a:spcBef>
              <a:spcAft>
                <a:spcPts val="0"/>
              </a:spcAft>
              <a:buSzPts val="14100"/>
              <a:buNone/>
              <a:defRPr sz="14100"/>
            </a:lvl1pPr>
            <a:lvl2pPr lvl="1" algn="l">
              <a:lnSpc>
                <a:spcPct val="100000"/>
              </a:lnSpc>
              <a:spcBef>
                <a:spcPts val="0"/>
              </a:spcBef>
              <a:spcAft>
                <a:spcPts val="0"/>
              </a:spcAft>
              <a:buSzPts val="14100"/>
              <a:buNone/>
              <a:defRPr sz="14100"/>
            </a:lvl2pPr>
            <a:lvl3pPr lvl="2" algn="l">
              <a:lnSpc>
                <a:spcPct val="100000"/>
              </a:lnSpc>
              <a:spcBef>
                <a:spcPts val="0"/>
              </a:spcBef>
              <a:spcAft>
                <a:spcPts val="0"/>
              </a:spcAft>
              <a:buSzPts val="14100"/>
              <a:buNone/>
              <a:defRPr sz="14100"/>
            </a:lvl3pPr>
            <a:lvl4pPr lvl="3" algn="l">
              <a:lnSpc>
                <a:spcPct val="100000"/>
              </a:lnSpc>
              <a:spcBef>
                <a:spcPts val="0"/>
              </a:spcBef>
              <a:spcAft>
                <a:spcPts val="0"/>
              </a:spcAft>
              <a:buSzPts val="14100"/>
              <a:buNone/>
              <a:defRPr sz="14100"/>
            </a:lvl4pPr>
            <a:lvl5pPr lvl="4" algn="l">
              <a:lnSpc>
                <a:spcPct val="100000"/>
              </a:lnSpc>
              <a:spcBef>
                <a:spcPts val="0"/>
              </a:spcBef>
              <a:spcAft>
                <a:spcPts val="0"/>
              </a:spcAft>
              <a:buSzPts val="14100"/>
              <a:buNone/>
              <a:defRPr sz="14100"/>
            </a:lvl5pPr>
            <a:lvl6pPr lvl="5" algn="l">
              <a:lnSpc>
                <a:spcPct val="100000"/>
              </a:lnSpc>
              <a:spcBef>
                <a:spcPts val="0"/>
              </a:spcBef>
              <a:spcAft>
                <a:spcPts val="0"/>
              </a:spcAft>
              <a:buSzPts val="14100"/>
              <a:buNone/>
              <a:defRPr sz="14100"/>
            </a:lvl6pPr>
            <a:lvl7pPr lvl="6" algn="l">
              <a:lnSpc>
                <a:spcPct val="100000"/>
              </a:lnSpc>
              <a:spcBef>
                <a:spcPts val="0"/>
              </a:spcBef>
              <a:spcAft>
                <a:spcPts val="0"/>
              </a:spcAft>
              <a:buSzPts val="14100"/>
              <a:buNone/>
              <a:defRPr sz="14100"/>
            </a:lvl7pPr>
            <a:lvl8pPr lvl="7" algn="l">
              <a:lnSpc>
                <a:spcPct val="100000"/>
              </a:lnSpc>
              <a:spcBef>
                <a:spcPts val="0"/>
              </a:spcBef>
              <a:spcAft>
                <a:spcPts val="0"/>
              </a:spcAft>
              <a:buSzPts val="14100"/>
              <a:buNone/>
              <a:defRPr sz="14100"/>
            </a:lvl8pPr>
            <a:lvl9pPr lvl="8" algn="l">
              <a:lnSpc>
                <a:spcPct val="100000"/>
              </a:lnSpc>
              <a:spcBef>
                <a:spcPts val="0"/>
              </a:spcBef>
              <a:spcAft>
                <a:spcPts val="0"/>
              </a:spcAft>
              <a:buSzPts val="14100"/>
              <a:buNone/>
              <a:defRPr sz="14100"/>
            </a:lvl9pPr>
          </a:lstStyle>
          <a:p>
            <a:endParaRPr/>
          </a:p>
        </p:txBody>
      </p:sp>
      <p:sp>
        <p:nvSpPr>
          <p:cNvPr id="34" name="Google Shape;34;p8"/>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5486400" y="-800"/>
            <a:ext cx="5486400" cy="32918401"/>
          </a:xfrm>
          <a:prstGeom prst="rect">
            <a:avLst/>
          </a:prstGeom>
          <a:solidFill>
            <a:schemeClr val="lt2"/>
          </a:solidFill>
          <a:ln>
            <a:noFill/>
          </a:ln>
        </p:spPr>
        <p:txBody>
          <a:bodyPr spcFirstLastPara="1" wrap="square" lIns="268175" tIns="268175" rIns="268175" bIns="268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318600" y="7892320"/>
            <a:ext cx="4854300" cy="9486600"/>
          </a:xfrm>
          <a:prstGeom prst="rect">
            <a:avLst/>
          </a:prstGeom>
          <a:noFill/>
          <a:ln>
            <a:noFill/>
          </a:ln>
        </p:spPr>
        <p:txBody>
          <a:bodyPr spcFirstLastPara="1" wrap="square" lIns="268175" tIns="268175" rIns="268175" bIns="268175" anchor="b" anchorCtr="0">
            <a:noAutofit/>
          </a:bodyPr>
          <a:lstStyle>
            <a:lvl1pPr lvl="0" algn="ctr">
              <a:lnSpc>
                <a:spcPct val="100000"/>
              </a:lnSpc>
              <a:spcBef>
                <a:spcPts val="0"/>
              </a:spcBef>
              <a:spcAft>
                <a:spcPts val="0"/>
              </a:spcAft>
              <a:buSzPts val="12300"/>
              <a:buNone/>
              <a:defRPr sz="12300"/>
            </a:lvl1pPr>
            <a:lvl2pPr lvl="1" algn="ctr">
              <a:lnSpc>
                <a:spcPct val="100000"/>
              </a:lnSpc>
              <a:spcBef>
                <a:spcPts val="0"/>
              </a:spcBef>
              <a:spcAft>
                <a:spcPts val="0"/>
              </a:spcAft>
              <a:buSzPts val="12300"/>
              <a:buNone/>
              <a:defRPr sz="12300"/>
            </a:lvl2pPr>
            <a:lvl3pPr lvl="2" algn="ctr">
              <a:lnSpc>
                <a:spcPct val="100000"/>
              </a:lnSpc>
              <a:spcBef>
                <a:spcPts val="0"/>
              </a:spcBef>
              <a:spcAft>
                <a:spcPts val="0"/>
              </a:spcAft>
              <a:buSzPts val="12300"/>
              <a:buNone/>
              <a:defRPr sz="12300"/>
            </a:lvl3pPr>
            <a:lvl4pPr lvl="3" algn="ctr">
              <a:lnSpc>
                <a:spcPct val="100000"/>
              </a:lnSpc>
              <a:spcBef>
                <a:spcPts val="0"/>
              </a:spcBef>
              <a:spcAft>
                <a:spcPts val="0"/>
              </a:spcAft>
              <a:buSzPts val="12300"/>
              <a:buNone/>
              <a:defRPr sz="12300"/>
            </a:lvl4pPr>
            <a:lvl5pPr lvl="4" algn="ctr">
              <a:lnSpc>
                <a:spcPct val="100000"/>
              </a:lnSpc>
              <a:spcBef>
                <a:spcPts val="0"/>
              </a:spcBef>
              <a:spcAft>
                <a:spcPts val="0"/>
              </a:spcAft>
              <a:buSzPts val="12300"/>
              <a:buNone/>
              <a:defRPr sz="12300"/>
            </a:lvl5pPr>
            <a:lvl6pPr lvl="5" algn="ctr">
              <a:lnSpc>
                <a:spcPct val="100000"/>
              </a:lnSpc>
              <a:spcBef>
                <a:spcPts val="0"/>
              </a:spcBef>
              <a:spcAft>
                <a:spcPts val="0"/>
              </a:spcAft>
              <a:buSzPts val="12300"/>
              <a:buNone/>
              <a:defRPr sz="12300"/>
            </a:lvl6pPr>
            <a:lvl7pPr lvl="6" algn="ctr">
              <a:lnSpc>
                <a:spcPct val="100000"/>
              </a:lnSpc>
              <a:spcBef>
                <a:spcPts val="0"/>
              </a:spcBef>
              <a:spcAft>
                <a:spcPts val="0"/>
              </a:spcAft>
              <a:buSzPts val="12300"/>
              <a:buNone/>
              <a:defRPr sz="12300"/>
            </a:lvl7pPr>
            <a:lvl8pPr lvl="7" algn="ctr">
              <a:lnSpc>
                <a:spcPct val="100000"/>
              </a:lnSpc>
              <a:spcBef>
                <a:spcPts val="0"/>
              </a:spcBef>
              <a:spcAft>
                <a:spcPts val="0"/>
              </a:spcAft>
              <a:buSzPts val="12300"/>
              <a:buNone/>
              <a:defRPr sz="12300"/>
            </a:lvl8pPr>
            <a:lvl9pPr lvl="8" algn="ctr">
              <a:lnSpc>
                <a:spcPct val="100000"/>
              </a:lnSpc>
              <a:spcBef>
                <a:spcPts val="0"/>
              </a:spcBef>
              <a:spcAft>
                <a:spcPts val="0"/>
              </a:spcAft>
              <a:buSzPts val="12300"/>
              <a:buNone/>
              <a:defRPr sz="12300"/>
            </a:lvl9pPr>
          </a:lstStyle>
          <a:p>
            <a:endParaRPr/>
          </a:p>
        </p:txBody>
      </p:sp>
      <p:sp>
        <p:nvSpPr>
          <p:cNvPr id="38" name="Google Shape;38;p9"/>
          <p:cNvSpPr txBox="1">
            <a:spLocks noGrp="1"/>
          </p:cNvSpPr>
          <p:nvPr>
            <p:ph type="subTitle" idx="1"/>
          </p:nvPr>
        </p:nvSpPr>
        <p:spPr>
          <a:xfrm>
            <a:off x="318600" y="17939680"/>
            <a:ext cx="4854300" cy="7904700"/>
          </a:xfrm>
          <a:prstGeom prst="rect">
            <a:avLst/>
          </a:prstGeom>
          <a:noFill/>
          <a:ln>
            <a:noFill/>
          </a:ln>
        </p:spPr>
        <p:txBody>
          <a:bodyPr spcFirstLastPara="1" wrap="square" lIns="268175" tIns="268175" rIns="268175" bIns="268175" anchor="t" anchorCtr="0">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a:endParaRPr/>
          </a:p>
        </p:txBody>
      </p:sp>
      <p:sp>
        <p:nvSpPr>
          <p:cNvPr id="39" name="Google Shape;39;p9"/>
          <p:cNvSpPr txBox="1">
            <a:spLocks noGrp="1"/>
          </p:cNvSpPr>
          <p:nvPr>
            <p:ph type="body" idx="2"/>
          </p:nvPr>
        </p:nvSpPr>
        <p:spPr>
          <a:xfrm>
            <a:off x="5927400" y="4634080"/>
            <a:ext cx="4604400" cy="23648701"/>
          </a:xfrm>
          <a:prstGeom prst="rect">
            <a:avLst/>
          </a:prstGeom>
          <a:noFill/>
          <a:ln>
            <a:noFill/>
          </a:ln>
        </p:spPr>
        <p:txBody>
          <a:bodyPr spcFirstLastPara="1" wrap="square" lIns="268175" tIns="268175" rIns="268175" bIns="268175" anchor="ctr" anchorCtr="0">
            <a:noAutofit/>
          </a:bodyPr>
          <a:lstStyle>
            <a:lvl1pPr marL="457200" lvl="0" indent="-565150" algn="l">
              <a:lnSpc>
                <a:spcPct val="115000"/>
              </a:lnSpc>
              <a:spcBef>
                <a:spcPts val="0"/>
              </a:spcBef>
              <a:spcAft>
                <a:spcPts val="0"/>
              </a:spcAft>
              <a:buSzPts val="5300"/>
              <a:buChar char="●"/>
              <a:defRPr/>
            </a:lvl1pPr>
            <a:lvl2pPr marL="914400" lvl="1" indent="-488950" algn="l">
              <a:lnSpc>
                <a:spcPct val="115000"/>
              </a:lnSpc>
              <a:spcBef>
                <a:spcPts val="4700"/>
              </a:spcBef>
              <a:spcAft>
                <a:spcPts val="0"/>
              </a:spcAft>
              <a:buSzPts val="4100"/>
              <a:buChar char="○"/>
              <a:defRPr/>
            </a:lvl2pPr>
            <a:lvl3pPr marL="1371600" lvl="2" indent="-488950" algn="l">
              <a:lnSpc>
                <a:spcPct val="115000"/>
              </a:lnSpc>
              <a:spcBef>
                <a:spcPts val="4700"/>
              </a:spcBef>
              <a:spcAft>
                <a:spcPts val="0"/>
              </a:spcAft>
              <a:buSzPts val="4100"/>
              <a:buChar char="■"/>
              <a:defRPr/>
            </a:lvl3pPr>
            <a:lvl4pPr marL="1828800" lvl="3" indent="-488950" algn="l">
              <a:lnSpc>
                <a:spcPct val="115000"/>
              </a:lnSpc>
              <a:spcBef>
                <a:spcPts val="4700"/>
              </a:spcBef>
              <a:spcAft>
                <a:spcPts val="0"/>
              </a:spcAft>
              <a:buSzPts val="4100"/>
              <a:buChar char="●"/>
              <a:defRPr/>
            </a:lvl4pPr>
            <a:lvl5pPr marL="2286000" lvl="4" indent="-488950" algn="l">
              <a:lnSpc>
                <a:spcPct val="115000"/>
              </a:lnSpc>
              <a:spcBef>
                <a:spcPts val="4700"/>
              </a:spcBef>
              <a:spcAft>
                <a:spcPts val="0"/>
              </a:spcAft>
              <a:buSzPts val="4100"/>
              <a:buChar char="○"/>
              <a:defRPr/>
            </a:lvl5pPr>
            <a:lvl6pPr marL="2743200" lvl="5" indent="-488950" algn="l">
              <a:lnSpc>
                <a:spcPct val="115000"/>
              </a:lnSpc>
              <a:spcBef>
                <a:spcPts val="4700"/>
              </a:spcBef>
              <a:spcAft>
                <a:spcPts val="0"/>
              </a:spcAft>
              <a:buSzPts val="4100"/>
              <a:buChar char="■"/>
              <a:defRPr/>
            </a:lvl6pPr>
            <a:lvl7pPr marL="3200400" lvl="6" indent="-488950" algn="l">
              <a:lnSpc>
                <a:spcPct val="115000"/>
              </a:lnSpc>
              <a:spcBef>
                <a:spcPts val="4700"/>
              </a:spcBef>
              <a:spcAft>
                <a:spcPts val="0"/>
              </a:spcAft>
              <a:buSzPts val="4100"/>
              <a:buChar char="●"/>
              <a:defRPr/>
            </a:lvl7pPr>
            <a:lvl8pPr marL="3657600" lvl="7" indent="-488950" algn="l">
              <a:lnSpc>
                <a:spcPct val="115000"/>
              </a:lnSpc>
              <a:spcBef>
                <a:spcPts val="4700"/>
              </a:spcBef>
              <a:spcAft>
                <a:spcPts val="0"/>
              </a:spcAft>
              <a:buSzPts val="4100"/>
              <a:buChar char="○"/>
              <a:defRPr/>
            </a:lvl8pPr>
            <a:lvl9pPr marL="4114800" lvl="8" indent="-488950" algn="l">
              <a:lnSpc>
                <a:spcPct val="115000"/>
              </a:lnSpc>
              <a:spcBef>
                <a:spcPts val="4700"/>
              </a:spcBef>
              <a:spcAft>
                <a:spcPts val="4700"/>
              </a:spcAft>
              <a:buSzPts val="4100"/>
              <a:buChar char="■"/>
              <a:defRPr/>
            </a:lvl9pPr>
          </a:lstStyle>
          <a:p>
            <a:endParaRPr/>
          </a:p>
        </p:txBody>
      </p:sp>
      <p:sp>
        <p:nvSpPr>
          <p:cNvPr id="40" name="Google Shape;40;p9"/>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74040" y="27075681"/>
            <a:ext cx="7198500" cy="3872700"/>
          </a:xfrm>
          <a:prstGeom prst="rect">
            <a:avLst/>
          </a:prstGeom>
          <a:noFill/>
          <a:ln>
            <a:noFill/>
          </a:ln>
        </p:spPr>
        <p:txBody>
          <a:bodyPr spcFirstLastPara="1" wrap="square" lIns="268175" tIns="268175" rIns="268175" bIns="268175" anchor="ctr" anchorCtr="0">
            <a:noAutofit/>
          </a:bodyPr>
          <a:lstStyle>
            <a:lvl1pPr marL="457200" lvl="0" indent="-228600" algn="l">
              <a:lnSpc>
                <a:spcPct val="100000"/>
              </a:lnSpc>
              <a:spcBef>
                <a:spcPts val="0"/>
              </a:spcBef>
              <a:spcAft>
                <a:spcPts val="0"/>
              </a:spcAft>
              <a:buSzPts val="5300"/>
              <a:buNone/>
              <a:defRPr/>
            </a:lvl1pPr>
          </a:lstStyle>
          <a:p>
            <a:endParaRPr/>
          </a:p>
        </p:txBody>
      </p:sp>
      <p:sp>
        <p:nvSpPr>
          <p:cNvPr id="43" name="Google Shape;43;p10"/>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74040" y="7079200"/>
            <a:ext cx="10224600" cy="12566400"/>
          </a:xfrm>
          <a:prstGeom prst="rect">
            <a:avLst/>
          </a:prstGeom>
          <a:noFill/>
          <a:ln>
            <a:noFill/>
          </a:ln>
        </p:spPr>
        <p:txBody>
          <a:bodyPr spcFirstLastPara="1" wrap="square" lIns="268175" tIns="268175" rIns="268175" bIns="268175" anchor="b" anchorCtr="0">
            <a:noAutofit/>
          </a:bodyPr>
          <a:lstStyle>
            <a:lvl1pPr lvl="0" algn="ctr">
              <a:lnSpc>
                <a:spcPct val="100000"/>
              </a:lnSpc>
              <a:spcBef>
                <a:spcPts val="0"/>
              </a:spcBef>
              <a:spcAft>
                <a:spcPts val="0"/>
              </a:spcAft>
              <a:buSzPts val="35200"/>
              <a:buNone/>
              <a:defRPr sz="35200"/>
            </a:lvl1pPr>
            <a:lvl2pPr lvl="1" algn="ctr">
              <a:lnSpc>
                <a:spcPct val="100000"/>
              </a:lnSpc>
              <a:spcBef>
                <a:spcPts val="0"/>
              </a:spcBef>
              <a:spcAft>
                <a:spcPts val="0"/>
              </a:spcAft>
              <a:buSzPts val="35200"/>
              <a:buNone/>
              <a:defRPr sz="35200"/>
            </a:lvl2pPr>
            <a:lvl3pPr lvl="2" algn="ctr">
              <a:lnSpc>
                <a:spcPct val="100000"/>
              </a:lnSpc>
              <a:spcBef>
                <a:spcPts val="0"/>
              </a:spcBef>
              <a:spcAft>
                <a:spcPts val="0"/>
              </a:spcAft>
              <a:buSzPts val="35200"/>
              <a:buNone/>
              <a:defRPr sz="35200"/>
            </a:lvl3pPr>
            <a:lvl4pPr lvl="3" algn="ctr">
              <a:lnSpc>
                <a:spcPct val="100000"/>
              </a:lnSpc>
              <a:spcBef>
                <a:spcPts val="0"/>
              </a:spcBef>
              <a:spcAft>
                <a:spcPts val="0"/>
              </a:spcAft>
              <a:buSzPts val="35200"/>
              <a:buNone/>
              <a:defRPr sz="35200"/>
            </a:lvl4pPr>
            <a:lvl5pPr lvl="4" algn="ctr">
              <a:lnSpc>
                <a:spcPct val="100000"/>
              </a:lnSpc>
              <a:spcBef>
                <a:spcPts val="0"/>
              </a:spcBef>
              <a:spcAft>
                <a:spcPts val="0"/>
              </a:spcAft>
              <a:buSzPts val="35200"/>
              <a:buNone/>
              <a:defRPr sz="35200"/>
            </a:lvl5pPr>
            <a:lvl6pPr lvl="5" algn="ctr">
              <a:lnSpc>
                <a:spcPct val="100000"/>
              </a:lnSpc>
              <a:spcBef>
                <a:spcPts val="0"/>
              </a:spcBef>
              <a:spcAft>
                <a:spcPts val="0"/>
              </a:spcAft>
              <a:buSzPts val="35200"/>
              <a:buNone/>
              <a:defRPr sz="35200"/>
            </a:lvl6pPr>
            <a:lvl7pPr lvl="6" algn="ctr">
              <a:lnSpc>
                <a:spcPct val="100000"/>
              </a:lnSpc>
              <a:spcBef>
                <a:spcPts val="0"/>
              </a:spcBef>
              <a:spcAft>
                <a:spcPts val="0"/>
              </a:spcAft>
              <a:buSzPts val="35200"/>
              <a:buNone/>
              <a:defRPr sz="35200"/>
            </a:lvl7pPr>
            <a:lvl8pPr lvl="7" algn="ctr">
              <a:lnSpc>
                <a:spcPct val="100000"/>
              </a:lnSpc>
              <a:spcBef>
                <a:spcPts val="0"/>
              </a:spcBef>
              <a:spcAft>
                <a:spcPts val="0"/>
              </a:spcAft>
              <a:buSzPts val="35200"/>
              <a:buNone/>
              <a:defRPr sz="35200"/>
            </a:lvl8pPr>
            <a:lvl9pPr lvl="8" algn="ctr">
              <a:lnSpc>
                <a:spcPct val="100000"/>
              </a:lnSpc>
              <a:spcBef>
                <a:spcPts val="0"/>
              </a:spcBef>
              <a:spcAft>
                <a:spcPts val="0"/>
              </a:spcAft>
              <a:buSzPts val="35200"/>
              <a:buNone/>
              <a:defRPr sz="35200"/>
            </a:lvl9pPr>
          </a:lstStyle>
          <a:p>
            <a:r>
              <a:t>xx%</a:t>
            </a:r>
          </a:p>
        </p:txBody>
      </p:sp>
      <p:sp>
        <p:nvSpPr>
          <p:cNvPr id="46" name="Google Shape;46;p11"/>
          <p:cNvSpPr txBox="1">
            <a:spLocks noGrp="1"/>
          </p:cNvSpPr>
          <p:nvPr>
            <p:ph type="body" idx="1"/>
          </p:nvPr>
        </p:nvSpPr>
        <p:spPr>
          <a:xfrm>
            <a:off x="374040" y="20174241"/>
            <a:ext cx="10224600" cy="8325000"/>
          </a:xfrm>
          <a:prstGeom prst="rect">
            <a:avLst/>
          </a:prstGeom>
          <a:noFill/>
          <a:ln>
            <a:noFill/>
          </a:ln>
        </p:spPr>
        <p:txBody>
          <a:bodyPr spcFirstLastPara="1" wrap="square" lIns="268175" tIns="268175" rIns="268175" bIns="268175" anchor="t" anchorCtr="0">
            <a:noAutofit/>
          </a:bodyPr>
          <a:lstStyle>
            <a:lvl1pPr marL="457200" lvl="0" indent="-565150" algn="ctr">
              <a:lnSpc>
                <a:spcPct val="115000"/>
              </a:lnSpc>
              <a:spcBef>
                <a:spcPts val="0"/>
              </a:spcBef>
              <a:spcAft>
                <a:spcPts val="0"/>
              </a:spcAft>
              <a:buSzPts val="5300"/>
              <a:buChar char="●"/>
              <a:defRPr/>
            </a:lvl1pPr>
            <a:lvl2pPr marL="914400" lvl="1" indent="-488950" algn="ctr">
              <a:lnSpc>
                <a:spcPct val="115000"/>
              </a:lnSpc>
              <a:spcBef>
                <a:spcPts val="4700"/>
              </a:spcBef>
              <a:spcAft>
                <a:spcPts val="0"/>
              </a:spcAft>
              <a:buSzPts val="4100"/>
              <a:buChar char="○"/>
              <a:defRPr/>
            </a:lvl2pPr>
            <a:lvl3pPr marL="1371600" lvl="2" indent="-488950" algn="ctr">
              <a:lnSpc>
                <a:spcPct val="115000"/>
              </a:lnSpc>
              <a:spcBef>
                <a:spcPts val="4700"/>
              </a:spcBef>
              <a:spcAft>
                <a:spcPts val="0"/>
              </a:spcAft>
              <a:buSzPts val="4100"/>
              <a:buChar char="■"/>
              <a:defRPr/>
            </a:lvl3pPr>
            <a:lvl4pPr marL="1828800" lvl="3" indent="-488950" algn="ctr">
              <a:lnSpc>
                <a:spcPct val="115000"/>
              </a:lnSpc>
              <a:spcBef>
                <a:spcPts val="4700"/>
              </a:spcBef>
              <a:spcAft>
                <a:spcPts val="0"/>
              </a:spcAft>
              <a:buSzPts val="4100"/>
              <a:buChar char="●"/>
              <a:defRPr/>
            </a:lvl4pPr>
            <a:lvl5pPr marL="2286000" lvl="4" indent="-488950" algn="ctr">
              <a:lnSpc>
                <a:spcPct val="115000"/>
              </a:lnSpc>
              <a:spcBef>
                <a:spcPts val="4700"/>
              </a:spcBef>
              <a:spcAft>
                <a:spcPts val="0"/>
              </a:spcAft>
              <a:buSzPts val="4100"/>
              <a:buChar char="○"/>
              <a:defRPr/>
            </a:lvl5pPr>
            <a:lvl6pPr marL="2743200" lvl="5" indent="-488950" algn="ctr">
              <a:lnSpc>
                <a:spcPct val="115000"/>
              </a:lnSpc>
              <a:spcBef>
                <a:spcPts val="4700"/>
              </a:spcBef>
              <a:spcAft>
                <a:spcPts val="0"/>
              </a:spcAft>
              <a:buSzPts val="4100"/>
              <a:buChar char="■"/>
              <a:defRPr/>
            </a:lvl6pPr>
            <a:lvl7pPr marL="3200400" lvl="6" indent="-488950" algn="ctr">
              <a:lnSpc>
                <a:spcPct val="115000"/>
              </a:lnSpc>
              <a:spcBef>
                <a:spcPts val="4700"/>
              </a:spcBef>
              <a:spcAft>
                <a:spcPts val="0"/>
              </a:spcAft>
              <a:buSzPts val="4100"/>
              <a:buChar char="●"/>
              <a:defRPr/>
            </a:lvl7pPr>
            <a:lvl8pPr marL="3657600" lvl="7" indent="-488950" algn="ctr">
              <a:lnSpc>
                <a:spcPct val="115000"/>
              </a:lnSpc>
              <a:spcBef>
                <a:spcPts val="4700"/>
              </a:spcBef>
              <a:spcAft>
                <a:spcPts val="0"/>
              </a:spcAft>
              <a:buSzPts val="4100"/>
              <a:buChar char="○"/>
              <a:defRPr/>
            </a:lvl8pPr>
            <a:lvl9pPr marL="4114800" lvl="8" indent="-488950" algn="ctr">
              <a:lnSpc>
                <a:spcPct val="115000"/>
              </a:lnSpc>
              <a:spcBef>
                <a:spcPts val="4700"/>
              </a:spcBef>
              <a:spcAft>
                <a:spcPts val="4700"/>
              </a:spcAft>
              <a:buSzPts val="4100"/>
              <a:buChar char="■"/>
              <a:defRPr/>
            </a:lvl9pPr>
          </a:lstStyle>
          <a:p>
            <a:endParaRPr/>
          </a:p>
        </p:txBody>
      </p:sp>
      <p:sp>
        <p:nvSpPr>
          <p:cNvPr id="47" name="Google Shape;47;p11"/>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74040" y="2848160"/>
            <a:ext cx="10224600" cy="3665400"/>
          </a:xfrm>
          <a:prstGeom prst="rect">
            <a:avLst/>
          </a:prstGeom>
          <a:noFill/>
          <a:ln>
            <a:noFill/>
          </a:ln>
        </p:spPr>
        <p:txBody>
          <a:bodyPr spcFirstLastPara="1" wrap="square" lIns="268175" tIns="268175" rIns="268175" bIns="268175" anchor="t" anchorCtr="0">
            <a:noAutofit/>
          </a:bodyPr>
          <a:lstStyle>
            <a:lvl1pPr marR="0" lvl="0"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8200"/>
              <a:buFont typeface="Arial"/>
              <a:buNone/>
              <a:defRPr sz="82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74040" y="7375840"/>
            <a:ext cx="10224600" cy="21864900"/>
          </a:xfrm>
          <a:prstGeom prst="rect">
            <a:avLst/>
          </a:prstGeom>
          <a:noFill/>
          <a:ln>
            <a:noFill/>
          </a:ln>
        </p:spPr>
        <p:txBody>
          <a:bodyPr spcFirstLastPara="1" wrap="square" lIns="268175" tIns="268175" rIns="268175" bIns="268175" anchor="t" anchorCtr="0">
            <a:noAutofit/>
          </a:bodyPr>
          <a:lstStyle>
            <a:lvl1pPr marL="457200" marR="0" lvl="0" indent="-565150" algn="l" rtl="0">
              <a:lnSpc>
                <a:spcPct val="115000"/>
              </a:lnSpc>
              <a:spcBef>
                <a:spcPts val="0"/>
              </a:spcBef>
              <a:spcAft>
                <a:spcPts val="0"/>
              </a:spcAft>
              <a:buClr>
                <a:schemeClr val="dk2"/>
              </a:buClr>
              <a:buSzPts val="5300"/>
              <a:buFont typeface="Arial"/>
              <a:buChar char="●"/>
              <a:defRPr sz="5300" b="0" i="0" u="none" strike="noStrike" cap="none">
                <a:solidFill>
                  <a:schemeClr val="dk2"/>
                </a:solidFill>
                <a:latin typeface="Arial"/>
                <a:ea typeface="Arial"/>
                <a:cs typeface="Arial"/>
                <a:sym typeface="Arial"/>
              </a:defRPr>
            </a:lvl1pPr>
            <a:lvl2pPr marL="914400" marR="0" lvl="1" indent="-488950" algn="l" rtl="0">
              <a:lnSpc>
                <a:spcPct val="115000"/>
              </a:lnSpc>
              <a:spcBef>
                <a:spcPts val="4700"/>
              </a:spcBef>
              <a:spcAft>
                <a:spcPts val="0"/>
              </a:spcAft>
              <a:buClr>
                <a:schemeClr val="dk2"/>
              </a:buClr>
              <a:buSzPts val="4100"/>
              <a:buFont typeface="Arial"/>
              <a:buChar char="○"/>
              <a:defRPr sz="4100" b="0" i="0" u="none" strike="noStrike" cap="none">
                <a:solidFill>
                  <a:schemeClr val="dk2"/>
                </a:solidFill>
                <a:latin typeface="Arial"/>
                <a:ea typeface="Arial"/>
                <a:cs typeface="Arial"/>
                <a:sym typeface="Arial"/>
              </a:defRPr>
            </a:lvl2pPr>
            <a:lvl3pPr marL="1371600" marR="0" lvl="2" indent="-488950" algn="l" rtl="0">
              <a:lnSpc>
                <a:spcPct val="115000"/>
              </a:lnSpc>
              <a:spcBef>
                <a:spcPts val="4700"/>
              </a:spcBef>
              <a:spcAft>
                <a:spcPts val="0"/>
              </a:spcAft>
              <a:buClr>
                <a:schemeClr val="dk2"/>
              </a:buClr>
              <a:buSzPts val="4100"/>
              <a:buFont typeface="Arial"/>
              <a:buChar char="■"/>
              <a:defRPr sz="4100" b="0" i="0" u="none" strike="noStrike" cap="none">
                <a:solidFill>
                  <a:schemeClr val="dk2"/>
                </a:solidFill>
                <a:latin typeface="Arial"/>
                <a:ea typeface="Arial"/>
                <a:cs typeface="Arial"/>
                <a:sym typeface="Arial"/>
              </a:defRPr>
            </a:lvl3pPr>
            <a:lvl4pPr marL="1828800" marR="0" lvl="3" indent="-488950" algn="l" rtl="0">
              <a:lnSpc>
                <a:spcPct val="115000"/>
              </a:lnSpc>
              <a:spcBef>
                <a:spcPts val="4700"/>
              </a:spcBef>
              <a:spcAft>
                <a:spcPts val="0"/>
              </a:spcAft>
              <a:buClr>
                <a:schemeClr val="dk2"/>
              </a:buClr>
              <a:buSzPts val="4100"/>
              <a:buFont typeface="Arial"/>
              <a:buChar char="●"/>
              <a:defRPr sz="4100" b="0" i="0" u="none" strike="noStrike" cap="none">
                <a:solidFill>
                  <a:schemeClr val="dk2"/>
                </a:solidFill>
                <a:latin typeface="Arial"/>
                <a:ea typeface="Arial"/>
                <a:cs typeface="Arial"/>
                <a:sym typeface="Arial"/>
              </a:defRPr>
            </a:lvl4pPr>
            <a:lvl5pPr marL="2286000" marR="0" lvl="4" indent="-488950" algn="l" rtl="0">
              <a:lnSpc>
                <a:spcPct val="115000"/>
              </a:lnSpc>
              <a:spcBef>
                <a:spcPts val="4700"/>
              </a:spcBef>
              <a:spcAft>
                <a:spcPts val="0"/>
              </a:spcAft>
              <a:buClr>
                <a:schemeClr val="dk2"/>
              </a:buClr>
              <a:buSzPts val="4100"/>
              <a:buFont typeface="Arial"/>
              <a:buChar char="○"/>
              <a:defRPr sz="4100" b="0" i="0" u="none" strike="noStrike" cap="none">
                <a:solidFill>
                  <a:schemeClr val="dk2"/>
                </a:solidFill>
                <a:latin typeface="Arial"/>
                <a:ea typeface="Arial"/>
                <a:cs typeface="Arial"/>
                <a:sym typeface="Arial"/>
              </a:defRPr>
            </a:lvl5pPr>
            <a:lvl6pPr marL="2743200" marR="0" lvl="5" indent="-488950" algn="l" rtl="0">
              <a:lnSpc>
                <a:spcPct val="115000"/>
              </a:lnSpc>
              <a:spcBef>
                <a:spcPts val="4700"/>
              </a:spcBef>
              <a:spcAft>
                <a:spcPts val="0"/>
              </a:spcAft>
              <a:buClr>
                <a:schemeClr val="dk2"/>
              </a:buClr>
              <a:buSzPts val="4100"/>
              <a:buFont typeface="Arial"/>
              <a:buChar char="■"/>
              <a:defRPr sz="4100" b="0" i="0" u="none" strike="noStrike" cap="none">
                <a:solidFill>
                  <a:schemeClr val="dk2"/>
                </a:solidFill>
                <a:latin typeface="Arial"/>
                <a:ea typeface="Arial"/>
                <a:cs typeface="Arial"/>
                <a:sym typeface="Arial"/>
              </a:defRPr>
            </a:lvl6pPr>
            <a:lvl7pPr marL="3200400" marR="0" lvl="6" indent="-488950" algn="l" rtl="0">
              <a:lnSpc>
                <a:spcPct val="115000"/>
              </a:lnSpc>
              <a:spcBef>
                <a:spcPts val="4700"/>
              </a:spcBef>
              <a:spcAft>
                <a:spcPts val="0"/>
              </a:spcAft>
              <a:buClr>
                <a:schemeClr val="dk2"/>
              </a:buClr>
              <a:buSzPts val="4100"/>
              <a:buFont typeface="Arial"/>
              <a:buChar char="●"/>
              <a:defRPr sz="4100" b="0" i="0" u="none" strike="noStrike" cap="none">
                <a:solidFill>
                  <a:schemeClr val="dk2"/>
                </a:solidFill>
                <a:latin typeface="Arial"/>
                <a:ea typeface="Arial"/>
                <a:cs typeface="Arial"/>
                <a:sym typeface="Arial"/>
              </a:defRPr>
            </a:lvl7pPr>
            <a:lvl8pPr marL="3657600" marR="0" lvl="7" indent="-488950" algn="l" rtl="0">
              <a:lnSpc>
                <a:spcPct val="115000"/>
              </a:lnSpc>
              <a:spcBef>
                <a:spcPts val="4700"/>
              </a:spcBef>
              <a:spcAft>
                <a:spcPts val="0"/>
              </a:spcAft>
              <a:buClr>
                <a:schemeClr val="dk2"/>
              </a:buClr>
              <a:buSzPts val="4100"/>
              <a:buFont typeface="Arial"/>
              <a:buChar char="○"/>
              <a:defRPr sz="4100" b="0" i="0" u="none" strike="noStrike" cap="none">
                <a:solidFill>
                  <a:schemeClr val="dk2"/>
                </a:solidFill>
                <a:latin typeface="Arial"/>
                <a:ea typeface="Arial"/>
                <a:cs typeface="Arial"/>
                <a:sym typeface="Arial"/>
              </a:defRPr>
            </a:lvl8pPr>
            <a:lvl9pPr marL="4114800" marR="0" lvl="8" indent="-488950" algn="l" rtl="0">
              <a:lnSpc>
                <a:spcPct val="115000"/>
              </a:lnSpc>
              <a:spcBef>
                <a:spcPts val="4700"/>
              </a:spcBef>
              <a:spcAft>
                <a:spcPts val="4700"/>
              </a:spcAft>
              <a:buClr>
                <a:schemeClr val="dk2"/>
              </a:buClr>
              <a:buSzPts val="4100"/>
              <a:buFont typeface="Arial"/>
              <a:buChar char="■"/>
              <a:defRPr sz="41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10166949" y="29844588"/>
            <a:ext cx="658500" cy="2519100"/>
          </a:xfrm>
          <a:prstGeom prst="rect">
            <a:avLst/>
          </a:prstGeom>
          <a:noFill/>
          <a:ln>
            <a:noFill/>
          </a:ln>
        </p:spPr>
        <p:txBody>
          <a:bodyPr spcFirstLastPara="1" wrap="square" lIns="268175" tIns="268175" rIns="268175" bIns="268175" anchor="ctr" anchorCtr="0">
            <a:noAutofit/>
          </a:bodyPr>
          <a:lstStyle>
            <a:lvl1pPr marL="0" marR="0" lvl="0"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900"/>
              <a:buFont typeface="Arial"/>
              <a:buNone/>
              <a:defRPr sz="2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rot="-5400000" flipH="1">
            <a:off x="-10972800" y="10972800"/>
            <a:ext cx="32918400" cy="10972800"/>
          </a:xfrm>
          <a:prstGeom prst="rect">
            <a:avLst/>
          </a:prstGeom>
          <a:noFill/>
          <a:ln>
            <a:noFill/>
          </a:ln>
        </p:spPr>
      </p:pic>
      <p:sp>
        <p:nvSpPr>
          <p:cNvPr id="55" name="Google Shape;55;p13"/>
          <p:cNvSpPr txBox="1"/>
          <p:nvPr/>
        </p:nvSpPr>
        <p:spPr>
          <a:xfrm>
            <a:off x="457200" y="5342200"/>
            <a:ext cx="10058400" cy="1171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800"/>
              <a:buFont typeface="Arial"/>
              <a:buNone/>
            </a:pPr>
            <a:r>
              <a:rPr lang="en" sz="5200" b="1" i="0" strike="noStrike" cap="none" dirty="0">
                <a:solidFill>
                  <a:schemeClr val="dk1"/>
                </a:solidFill>
                <a:latin typeface="Josefin Sans"/>
                <a:ea typeface="Josefin Sans"/>
                <a:cs typeface="Josefin Sans"/>
                <a:sym typeface="Josefin Sans"/>
              </a:rPr>
              <a:t>Be respectful of other students</a:t>
            </a:r>
            <a:endParaRPr sz="5200" b="1" i="0" strike="noStrike" cap="none" dirty="0">
              <a:solidFill>
                <a:schemeClr val="dk1"/>
              </a:solidFill>
              <a:latin typeface="Josefin Sans"/>
              <a:ea typeface="Josefin Sans"/>
              <a:cs typeface="Josefin Sans"/>
              <a:sym typeface="Josefin Sans"/>
            </a:endParaRPr>
          </a:p>
          <a:p>
            <a:pPr marL="914400" marR="0" lvl="1" indent="-450850" algn="l" rtl="0">
              <a:lnSpc>
                <a:spcPct val="100000"/>
              </a:lnSpc>
              <a:spcBef>
                <a:spcPts val="1500"/>
              </a:spcBef>
              <a:spcAft>
                <a:spcPts val="0"/>
              </a:spcAft>
              <a:buClr>
                <a:schemeClr val="dk1"/>
              </a:buClr>
              <a:buSzPts val="3500"/>
              <a:buFont typeface="Josefin Sans SemiBold"/>
              <a:buChar char="▸"/>
            </a:pPr>
            <a:r>
              <a:rPr lang="en" sz="3500" b="1" dirty="0">
                <a:solidFill>
                  <a:schemeClr val="dk1"/>
                </a:solidFill>
                <a:latin typeface="Josefin Sans"/>
                <a:ea typeface="Josefin Sans"/>
                <a:cs typeface="Josefin Sans"/>
                <a:sym typeface="Josefin Sans"/>
              </a:rPr>
              <a:t>Respect others’ personal and work spaces.</a:t>
            </a:r>
            <a:endParaRPr sz="3500" i="0" u="none" strike="noStrike" cap="none" dirty="0">
              <a:solidFill>
                <a:schemeClr val="dk1"/>
              </a:solidFill>
              <a:latin typeface="Josefin Sans SemiBold"/>
              <a:ea typeface="Josefin Sans SemiBold"/>
              <a:cs typeface="Josefin Sans SemiBold"/>
              <a:sym typeface="Josefin Sans SemiBold"/>
            </a:endParaRPr>
          </a:p>
          <a:p>
            <a:pPr marL="914400" marR="0" lvl="1" indent="-457200" algn="l" rtl="0">
              <a:lnSpc>
                <a:spcPct val="100000"/>
              </a:lnSpc>
              <a:spcBef>
                <a:spcPts val="1500"/>
              </a:spcBef>
              <a:spcAft>
                <a:spcPts val="0"/>
              </a:spcAft>
              <a:buClr>
                <a:schemeClr val="dk1"/>
              </a:buClr>
              <a:buSzPts val="3600"/>
              <a:buFont typeface="Josefin Sans SemiBold"/>
              <a:buChar char="▸"/>
            </a:pPr>
            <a:r>
              <a:rPr lang="en" sz="3500" b="1" dirty="0">
                <a:solidFill>
                  <a:schemeClr val="dk1"/>
                </a:solidFill>
                <a:latin typeface="Josefin Sans"/>
                <a:ea typeface="Josefin Sans"/>
                <a:cs typeface="Josefin Sans"/>
                <a:sym typeface="Josefin Sans"/>
              </a:rPr>
              <a:t>Be conscious of aromas:</a:t>
            </a:r>
            <a:endParaRPr sz="3500" b="1" dirty="0">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dirty="0">
                <a:solidFill>
                  <a:schemeClr val="dk1"/>
                </a:solidFill>
                <a:latin typeface="Josefin Sans"/>
                <a:ea typeface="Josefin Sans"/>
                <a:cs typeface="Josefin Sans"/>
                <a:sym typeface="Josefin Sans"/>
              </a:rPr>
              <a:t>Please use good hygiene and avoid strong applications of cologne or perfume.</a:t>
            </a:r>
            <a:endParaRPr sz="2900" dirty="0">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dirty="0">
                <a:solidFill>
                  <a:schemeClr val="dk1"/>
                </a:solidFill>
                <a:latin typeface="Josefin Sans"/>
                <a:ea typeface="Josefin Sans"/>
                <a:cs typeface="Josefin Sans"/>
                <a:sym typeface="Josefin Sans"/>
              </a:rPr>
              <a:t>Save strongly scented foods for home.</a:t>
            </a:r>
            <a:endParaRPr sz="3000" i="0" u="none" strike="noStrike" cap="none" dirty="0">
              <a:solidFill>
                <a:schemeClr val="dk1"/>
              </a:solidFill>
              <a:latin typeface="Josefin Sans"/>
              <a:ea typeface="Josefin Sans"/>
              <a:cs typeface="Josefin Sans"/>
              <a:sym typeface="Josefin Sans"/>
            </a:endParaRPr>
          </a:p>
          <a:p>
            <a:pPr marL="914400" marR="0" lvl="1" indent="-457200" algn="l" rtl="0">
              <a:lnSpc>
                <a:spcPct val="100000"/>
              </a:lnSpc>
              <a:spcBef>
                <a:spcPts val="1500"/>
              </a:spcBef>
              <a:spcAft>
                <a:spcPts val="0"/>
              </a:spcAft>
              <a:buClr>
                <a:schemeClr val="dk1"/>
              </a:buClr>
              <a:buSzPts val="3600"/>
              <a:buFont typeface="Josefin Sans SemiBold"/>
              <a:buChar char="▸"/>
            </a:pPr>
            <a:r>
              <a:rPr lang="en" sz="3500" b="1" dirty="0">
                <a:solidFill>
                  <a:schemeClr val="dk1"/>
                </a:solidFill>
                <a:latin typeface="Josefin Sans"/>
                <a:ea typeface="Josefin Sans"/>
                <a:cs typeface="Josefin Sans"/>
                <a:sym typeface="Josefin Sans"/>
              </a:rPr>
              <a:t>Be aware of your speech:</a:t>
            </a:r>
            <a:endParaRPr sz="3500" b="1" dirty="0">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dirty="0">
                <a:solidFill>
                  <a:schemeClr val="dk1"/>
                </a:solidFill>
                <a:latin typeface="Josefin Sans"/>
                <a:ea typeface="Josefin Sans"/>
                <a:cs typeface="Josefin Sans"/>
                <a:sym typeface="Josefin Sans"/>
              </a:rPr>
              <a:t>Please keep your volume low and minimize off topic conversations.</a:t>
            </a:r>
            <a:endParaRPr sz="2900" dirty="0">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dirty="0">
                <a:solidFill>
                  <a:schemeClr val="dk1"/>
                </a:solidFill>
                <a:latin typeface="Josefin Sans"/>
                <a:ea typeface="Josefin Sans"/>
                <a:cs typeface="Josefin Sans"/>
                <a:sym typeface="Josefin Sans"/>
              </a:rPr>
              <a:t>Disparaging or offensive language will not be tolerated.</a:t>
            </a:r>
            <a:endParaRPr sz="3000" i="0" u="none" strike="noStrike" cap="none" dirty="0">
              <a:solidFill>
                <a:schemeClr val="dk1"/>
              </a:solidFill>
              <a:latin typeface="Josefin Sans"/>
              <a:ea typeface="Josefin Sans"/>
              <a:cs typeface="Josefin Sans"/>
              <a:sym typeface="Josefin Sans"/>
            </a:endParaRPr>
          </a:p>
          <a:p>
            <a:pPr marL="914400" marR="0" lvl="1" indent="-457200" algn="l" rtl="0">
              <a:lnSpc>
                <a:spcPct val="100000"/>
              </a:lnSpc>
              <a:spcBef>
                <a:spcPts val="1500"/>
              </a:spcBef>
              <a:spcAft>
                <a:spcPts val="0"/>
              </a:spcAft>
              <a:buClr>
                <a:schemeClr val="dk1"/>
              </a:buClr>
              <a:buSzPts val="3600"/>
              <a:buFont typeface="Josefin Sans SemiBold"/>
              <a:buChar char="▸"/>
            </a:pPr>
            <a:r>
              <a:rPr lang="en" sz="3500" b="1" dirty="0">
                <a:solidFill>
                  <a:schemeClr val="dk1"/>
                </a:solidFill>
                <a:latin typeface="Josefin Sans"/>
                <a:ea typeface="Josefin Sans"/>
                <a:cs typeface="Josefin Sans"/>
                <a:sym typeface="Josefin Sans"/>
              </a:rPr>
              <a:t>Respect those who will use the space next:</a:t>
            </a:r>
            <a:endParaRPr sz="3500" b="1" dirty="0">
              <a:solidFill>
                <a:schemeClr val="dk1"/>
              </a:solidFill>
              <a:latin typeface="Josefin Sans"/>
              <a:ea typeface="Josefin Sans"/>
              <a:cs typeface="Josefin Sans"/>
              <a:sym typeface="Josefin Sans"/>
            </a:endParaRPr>
          </a:p>
          <a:p>
            <a:pPr marL="1828800" marR="0" lvl="3" indent="-412750" algn="l" rtl="0">
              <a:lnSpc>
                <a:spcPct val="100000"/>
              </a:lnSpc>
              <a:spcBef>
                <a:spcPts val="1500"/>
              </a:spcBef>
              <a:spcAft>
                <a:spcPts val="0"/>
              </a:spcAft>
              <a:buClr>
                <a:schemeClr val="dk1"/>
              </a:buClr>
              <a:buSzPts val="2900"/>
              <a:buFont typeface="Josefin Sans"/>
              <a:buChar char="▹"/>
            </a:pPr>
            <a:r>
              <a:rPr lang="en" sz="2900" dirty="0">
                <a:solidFill>
                  <a:schemeClr val="dk1"/>
                </a:solidFill>
                <a:latin typeface="Josefin Sans"/>
                <a:ea typeface="Josefin Sans"/>
                <a:cs typeface="Josefin Sans"/>
                <a:sym typeface="Josefin Sans"/>
              </a:rPr>
              <a:t>Use the trash and recycle bins; leave your space at least as clean as you found it.</a:t>
            </a:r>
            <a:endParaRPr sz="2900" dirty="0">
              <a:solidFill>
                <a:schemeClr val="dk1"/>
              </a:solidFill>
              <a:latin typeface="Josefin Sans"/>
              <a:ea typeface="Josefin Sans"/>
              <a:cs typeface="Josefin Sans"/>
              <a:sym typeface="Josefin Sans"/>
            </a:endParaRPr>
          </a:p>
          <a:p>
            <a:pPr marL="914400" marR="0" lvl="1" indent="-457200" algn="l" rtl="0">
              <a:lnSpc>
                <a:spcPct val="100000"/>
              </a:lnSpc>
              <a:spcBef>
                <a:spcPts val="1500"/>
              </a:spcBef>
              <a:spcAft>
                <a:spcPts val="0"/>
              </a:spcAft>
              <a:buClr>
                <a:schemeClr val="dk1"/>
              </a:buClr>
              <a:buSzPts val="3600"/>
              <a:buFont typeface="Josefin Sans SemiBold"/>
              <a:buChar char="▸"/>
            </a:pPr>
            <a:r>
              <a:rPr lang="en" sz="3500" b="1" dirty="0">
                <a:solidFill>
                  <a:schemeClr val="dk1"/>
                </a:solidFill>
                <a:latin typeface="Josefin Sans"/>
                <a:ea typeface="Josefin Sans"/>
                <a:cs typeface="Josefin Sans"/>
                <a:sym typeface="Josefin Sans"/>
              </a:rPr>
              <a:t>Be mindful of the learning environment:  </a:t>
            </a:r>
            <a:endParaRPr sz="3650" dirty="0">
              <a:solidFill>
                <a:schemeClr val="dk1"/>
              </a:solidFill>
              <a:latin typeface="Josefin Sans SemiBold"/>
              <a:ea typeface="Josefin Sans SemiBold"/>
              <a:cs typeface="Josefin Sans SemiBold"/>
              <a:sym typeface="Josefin Sans SemiBold"/>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dirty="0">
                <a:solidFill>
                  <a:schemeClr val="dk1"/>
                </a:solidFill>
                <a:latin typeface="Josefin Sans"/>
                <a:ea typeface="Josefin Sans"/>
                <a:cs typeface="Josefin Sans"/>
                <a:sym typeface="Josefin Sans"/>
              </a:rPr>
              <a:t>Everyone is here to learn; not everyone in the room has mastered the material.</a:t>
            </a:r>
            <a:endParaRPr sz="2900" dirty="0">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1500"/>
              </a:spcAft>
              <a:buClr>
                <a:schemeClr val="dk1"/>
              </a:buClr>
              <a:buSzPts val="3000"/>
              <a:buFont typeface="Josefin Sans"/>
              <a:buChar char="▹"/>
            </a:pPr>
            <a:r>
              <a:rPr lang="en" sz="2900" dirty="0">
                <a:solidFill>
                  <a:schemeClr val="dk1"/>
                </a:solidFill>
                <a:latin typeface="Josefin Sans"/>
                <a:ea typeface="Josefin Sans"/>
                <a:cs typeface="Josefin Sans"/>
                <a:sym typeface="Josefin Sans"/>
              </a:rPr>
              <a:t>Be gracious when asked for help and when asking others.</a:t>
            </a:r>
            <a:endParaRPr sz="2900" dirty="0">
              <a:solidFill>
                <a:schemeClr val="dk1"/>
              </a:solidFill>
              <a:latin typeface="Josefin Sans"/>
              <a:ea typeface="Josefin Sans"/>
              <a:cs typeface="Josefin Sans"/>
              <a:sym typeface="Josefin Sans"/>
            </a:endParaRPr>
          </a:p>
        </p:txBody>
      </p:sp>
      <p:sp>
        <p:nvSpPr>
          <p:cNvPr id="56" name="Google Shape;56;p13"/>
          <p:cNvSpPr txBox="1"/>
          <p:nvPr/>
        </p:nvSpPr>
        <p:spPr>
          <a:xfrm>
            <a:off x="985950" y="228600"/>
            <a:ext cx="9000900" cy="129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7200"/>
              <a:buFont typeface="Arial"/>
              <a:buNone/>
            </a:pPr>
            <a:r>
              <a:rPr lang="en" sz="8500" b="1" i="0" strike="noStrike" cap="none">
                <a:solidFill>
                  <a:schemeClr val="dk1"/>
                </a:solidFill>
                <a:latin typeface="Josefin Sans"/>
                <a:ea typeface="Josefin Sans"/>
                <a:cs typeface="Josefin Sans"/>
                <a:sym typeface="Josefin Sans"/>
              </a:rPr>
              <a:t>Code of Conduct</a:t>
            </a:r>
            <a:endParaRPr sz="8500" b="1" i="0" strike="noStrike" cap="none">
              <a:solidFill>
                <a:schemeClr val="dk1"/>
              </a:solidFill>
              <a:latin typeface="Josefin Sans"/>
              <a:ea typeface="Josefin Sans"/>
              <a:cs typeface="Josefin Sans"/>
              <a:sym typeface="Josefin Sans"/>
            </a:endParaRPr>
          </a:p>
        </p:txBody>
      </p:sp>
      <p:sp>
        <p:nvSpPr>
          <p:cNvPr id="57" name="Google Shape;57;p13"/>
          <p:cNvSpPr txBox="1"/>
          <p:nvPr/>
        </p:nvSpPr>
        <p:spPr>
          <a:xfrm>
            <a:off x="457200" y="17815600"/>
            <a:ext cx="10058400" cy="1171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5200" b="1" i="0" strike="noStrike" cap="none">
                <a:solidFill>
                  <a:schemeClr val="dk1"/>
                </a:solidFill>
                <a:latin typeface="Josefin Sans"/>
                <a:ea typeface="Josefin Sans"/>
                <a:cs typeface="Josefin Sans"/>
                <a:sym typeface="Josefin Sans"/>
              </a:rPr>
              <a:t>Be respectful of the Assistants</a:t>
            </a:r>
            <a:endParaRPr sz="5200" b="1" i="0" strike="noStrike" cap="none">
              <a:solidFill>
                <a:schemeClr val="dk1"/>
              </a:solidFill>
              <a:latin typeface="Josefin Sans"/>
              <a:ea typeface="Josefin Sans"/>
              <a:cs typeface="Josefin Sans"/>
              <a:sym typeface="Josefin Sans"/>
            </a:endParaRPr>
          </a:p>
          <a:p>
            <a:pPr marL="914400" marR="0" lvl="1" indent="-457200" algn="l" rtl="0">
              <a:lnSpc>
                <a:spcPct val="100000"/>
              </a:lnSpc>
              <a:spcBef>
                <a:spcPts val="1500"/>
              </a:spcBef>
              <a:spcAft>
                <a:spcPts val="0"/>
              </a:spcAft>
              <a:buClr>
                <a:schemeClr val="dk1"/>
              </a:buClr>
              <a:buSzPts val="3600"/>
              <a:buFont typeface="Josefin Sans"/>
              <a:buChar char="▸"/>
            </a:pPr>
            <a:r>
              <a:rPr lang="en" sz="3500" b="1">
                <a:solidFill>
                  <a:schemeClr val="dk1"/>
                </a:solidFill>
                <a:latin typeface="Josefin Sans"/>
                <a:ea typeface="Josefin Sans"/>
                <a:cs typeface="Josefin Sans"/>
                <a:sym typeface="Josefin Sans"/>
              </a:rPr>
              <a:t>Be patient:</a:t>
            </a:r>
            <a:endParaRPr sz="3500" b="1">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a:solidFill>
                  <a:schemeClr val="dk1"/>
                </a:solidFill>
                <a:latin typeface="Josefin Sans"/>
                <a:ea typeface="Josefin Sans"/>
                <a:cs typeface="Josefin Sans"/>
                <a:sym typeface="Josefin Sans"/>
              </a:rPr>
              <a:t>Assistants will attempt to help as many people as possible. Take advantage of less crowded times to increase your access to help.</a:t>
            </a:r>
            <a:endParaRPr sz="2900">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a:solidFill>
                  <a:schemeClr val="dk1"/>
                </a:solidFill>
                <a:latin typeface="Josefin Sans"/>
                <a:ea typeface="Josefin Sans"/>
                <a:cs typeface="Josefin Sans"/>
                <a:sym typeface="Josefin Sans"/>
              </a:rPr>
              <a:t>The Wormhole is staffed by Assistants for all physics classes. The TA on duty will help as much as they are able but may not be familiar with the material from your course.</a:t>
            </a:r>
            <a:endParaRPr sz="2900">
              <a:solidFill>
                <a:schemeClr val="dk1"/>
              </a:solidFill>
              <a:latin typeface="Josefin Sans"/>
              <a:ea typeface="Josefin Sans"/>
              <a:cs typeface="Josefin Sans"/>
              <a:sym typeface="Josefin Sans"/>
            </a:endParaRPr>
          </a:p>
          <a:p>
            <a:pPr marL="914400" marR="0" lvl="1" indent="-457200" algn="l" rtl="0">
              <a:lnSpc>
                <a:spcPct val="100000"/>
              </a:lnSpc>
              <a:spcBef>
                <a:spcPts val="1500"/>
              </a:spcBef>
              <a:spcAft>
                <a:spcPts val="0"/>
              </a:spcAft>
              <a:buClr>
                <a:schemeClr val="dk1"/>
              </a:buClr>
              <a:buSzPts val="3600"/>
              <a:buFont typeface="Josefin Sans SemiBold"/>
              <a:buChar char="▸"/>
            </a:pPr>
            <a:r>
              <a:rPr lang="en" sz="3500" b="1">
                <a:solidFill>
                  <a:schemeClr val="dk1"/>
                </a:solidFill>
                <a:latin typeface="Josefin Sans"/>
                <a:ea typeface="Josefin Sans"/>
                <a:cs typeface="Josefin Sans"/>
                <a:sym typeface="Josefin Sans"/>
              </a:rPr>
              <a:t>The Assistants are here to assist you:</a:t>
            </a:r>
            <a:endParaRPr sz="3500" b="1">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a:solidFill>
                  <a:schemeClr val="dk1"/>
                </a:solidFill>
                <a:latin typeface="Josefin Sans"/>
                <a:ea typeface="Josefin Sans"/>
                <a:cs typeface="Josefin Sans"/>
                <a:sym typeface="Josefin Sans"/>
              </a:rPr>
              <a:t>Assistants will not do your homework for you.</a:t>
            </a:r>
            <a:endParaRPr sz="2900">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a:solidFill>
                  <a:schemeClr val="dk1"/>
                </a:solidFill>
                <a:latin typeface="Josefin Sans"/>
                <a:ea typeface="Josefin Sans"/>
                <a:cs typeface="Josefin Sans"/>
                <a:sym typeface="Josefin Sans"/>
              </a:rPr>
              <a:t>Before asking for help, use your class notes, reference your textbook, and collaborate with your peers.</a:t>
            </a:r>
            <a:endParaRPr sz="2900">
              <a:solidFill>
                <a:schemeClr val="dk1"/>
              </a:solidFill>
              <a:latin typeface="Josefin Sans"/>
              <a:ea typeface="Josefin Sans"/>
              <a:cs typeface="Josefin Sans"/>
              <a:sym typeface="Josefin Sans"/>
            </a:endParaRPr>
          </a:p>
          <a:p>
            <a:pPr marL="914400" marR="0" lvl="1" indent="-457200" algn="l" rtl="0">
              <a:lnSpc>
                <a:spcPct val="100000"/>
              </a:lnSpc>
              <a:spcBef>
                <a:spcPts val="1500"/>
              </a:spcBef>
              <a:spcAft>
                <a:spcPts val="0"/>
              </a:spcAft>
              <a:buClr>
                <a:schemeClr val="dk1"/>
              </a:buClr>
              <a:buSzPts val="3600"/>
              <a:buFont typeface="Josefin Sans"/>
              <a:buChar char="▸"/>
            </a:pPr>
            <a:r>
              <a:rPr lang="en" sz="3500" b="1">
                <a:solidFill>
                  <a:schemeClr val="dk1"/>
                </a:solidFill>
                <a:latin typeface="Josefin Sans"/>
                <a:ea typeface="Josefin Sans"/>
                <a:cs typeface="Josefin Sans"/>
                <a:sym typeface="Josefin Sans"/>
              </a:rPr>
              <a:t>The Wormhole can only support physics:</a:t>
            </a:r>
            <a:endParaRPr sz="3500" b="1">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0"/>
              </a:spcAft>
              <a:buClr>
                <a:schemeClr val="dk1"/>
              </a:buClr>
              <a:buSzPts val="3000"/>
              <a:buFont typeface="Josefin Sans"/>
              <a:buChar char="▹"/>
            </a:pPr>
            <a:r>
              <a:rPr lang="en" sz="2900">
                <a:solidFill>
                  <a:schemeClr val="dk1"/>
                </a:solidFill>
                <a:latin typeface="Josefin Sans"/>
                <a:ea typeface="Josefin Sans"/>
                <a:cs typeface="Josefin Sans"/>
                <a:sym typeface="Josefin Sans"/>
              </a:rPr>
              <a:t>Assistants are not trained to help with homework from other departments.</a:t>
            </a:r>
            <a:endParaRPr sz="2900">
              <a:solidFill>
                <a:schemeClr val="dk1"/>
              </a:solidFill>
              <a:latin typeface="Josefin Sans"/>
              <a:ea typeface="Josefin Sans"/>
              <a:cs typeface="Josefin Sans"/>
              <a:sym typeface="Josefin Sans"/>
            </a:endParaRPr>
          </a:p>
          <a:p>
            <a:pPr marL="1828800" marR="0" lvl="3" indent="-419100" algn="l" rtl="0">
              <a:lnSpc>
                <a:spcPct val="100000"/>
              </a:lnSpc>
              <a:spcBef>
                <a:spcPts val="1500"/>
              </a:spcBef>
              <a:spcAft>
                <a:spcPts val="1500"/>
              </a:spcAft>
              <a:buClr>
                <a:schemeClr val="dk1"/>
              </a:buClr>
              <a:buSzPts val="3000"/>
              <a:buFont typeface="Josefin Sans"/>
              <a:buChar char="▹"/>
            </a:pPr>
            <a:r>
              <a:rPr lang="en" sz="2900">
                <a:solidFill>
                  <a:schemeClr val="dk1"/>
                </a:solidFill>
                <a:latin typeface="Josefin Sans"/>
                <a:ea typeface="Josefin Sans"/>
                <a:cs typeface="Josefin Sans"/>
                <a:sym typeface="Josefin Sans"/>
              </a:rPr>
              <a:t>While the Wormhole is an open environment, during busy times please work on your non-physics homework elsewhere.</a:t>
            </a:r>
            <a:endParaRPr sz="2900">
              <a:solidFill>
                <a:schemeClr val="dk1"/>
              </a:solidFill>
              <a:latin typeface="Josefin Sans"/>
              <a:ea typeface="Josefin Sans"/>
              <a:cs typeface="Josefin Sans"/>
              <a:sym typeface="Josefin Sans"/>
            </a:endParaRPr>
          </a:p>
        </p:txBody>
      </p:sp>
      <p:sp>
        <p:nvSpPr>
          <p:cNvPr id="58" name="Google Shape;58;p13"/>
          <p:cNvSpPr txBox="1"/>
          <p:nvPr/>
        </p:nvSpPr>
        <p:spPr>
          <a:xfrm>
            <a:off x="266700" y="2053951"/>
            <a:ext cx="10477500" cy="329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800"/>
              <a:buFont typeface="Arial"/>
              <a:buNone/>
            </a:pPr>
            <a:r>
              <a:rPr lang="en" sz="4400" b="1" i="0" u="none" strike="noStrike" cap="none">
                <a:solidFill>
                  <a:schemeClr val="dk1"/>
                </a:solidFill>
                <a:latin typeface="Josefin Sans"/>
                <a:ea typeface="Josefin Sans"/>
                <a:cs typeface="Josefin Sans"/>
                <a:sym typeface="Josefin Sans"/>
              </a:rPr>
              <a:t>The Wormhole is an informal space for physics collaboration.</a:t>
            </a:r>
            <a:endParaRPr sz="4400">
              <a:solidFill>
                <a:schemeClr val="dk1"/>
              </a:solidFill>
              <a:latin typeface="Josefin Sans"/>
              <a:ea typeface="Josefin Sans"/>
              <a:cs typeface="Josefin Sans"/>
              <a:sym typeface="Josefin Sans"/>
            </a:endParaRPr>
          </a:p>
          <a:p>
            <a:pPr marL="0" marR="0" lvl="0" indent="0" algn="ctr" rtl="0">
              <a:lnSpc>
                <a:spcPct val="100000"/>
              </a:lnSpc>
              <a:spcBef>
                <a:spcPts val="0"/>
              </a:spcBef>
              <a:spcAft>
                <a:spcPts val="0"/>
              </a:spcAft>
              <a:buClr>
                <a:srgbClr val="000000"/>
              </a:buClr>
              <a:buSzPts val="4800"/>
              <a:buFont typeface="Arial"/>
              <a:buNone/>
            </a:pPr>
            <a:r>
              <a:rPr lang="en" sz="4400" b="1" i="0" u="none" strike="noStrike" cap="none">
                <a:solidFill>
                  <a:schemeClr val="dk1"/>
                </a:solidFill>
                <a:latin typeface="Josefin Sans"/>
                <a:ea typeface="Josefin Sans"/>
                <a:cs typeface="Josefin Sans"/>
                <a:sym typeface="Josefin Sans"/>
              </a:rPr>
              <a:t>It works best when we accord each other common courtesy.</a:t>
            </a:r>
            <a:endParaRPr sz="4400" b="1" i="0" u="none" strike="noStrike" cap="none">
              <a:solidFill>
                <a:schemeClr val="dk1"/>
              </a:solidFill>
              <a:latin typeface="Josefin Sans"/>
              <a:ea typeface="Josefin Sans"/>
              <a:cs typeface="Josefin Sans"/>
              <a:sym typeface="Josefin Sans"/>
            </a:endParaRPr>
          </a:p>
        </p:txBody>
      </p:sp>
      <p:sp>
        <p:nvSpPr>
          <p:cNvPr id="59" name="Google Shape;59;p13"/>
          <p:cNvSpPr txBox="1"/>
          <p:nvPr/>
        </p:nvSpPr>
        <p:spPr>
          <a:xfrm>
            <a:off x="228600" y="29934850"/>
            <a:ext cx="10515600" cy="2773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1800"/>
              </a:spcBef>
              <a:spcAft>
                <a:spcPts val="0"/>
              </a:spcAft>
              <a:buClr>
                <a:srgbClr val="000000"/>
              </a:buClr>
              <a:buSzPts val="4400"/>
              <a:buFont typeface="Arial"/>
              <a:buNone/>
            </a:pPr>
            <a:r>
              <a:rPr lang="en" sz="4400" b="1" i="0" u="none" strike="noStrike" cap="none">
                <a:solidFill>
                  <a:schemeClr val="dk1"/>
                </a:solidFill>
                <a:latin typeface="Josefin Sans"/>
                <a:ea typeface="Josefin Sans"/>
                <a:cs typeface="Josefin Sans"/>
                <a:sym typeface="Josefin Sans"/>
              </a:rPr>
              <a:t>Please follow these guidelines to ensure the Wormhole remains a place where everyone can learn effectively.</a:t>
            </a:r>
            <a:endParaRPr sz="4400" b="1" i="0" u="none" strike="noStrike" cap="none">
              <a:solidFill>
                <a:schemeClr val="dk1"/>
              </a:solidFill>
              <a:latin typeface="Josefin Sans"/>
              <a:ea typeface="Josefin Sans"/>
              <a:cs typeface="Josefin Sans"/>
              <a:sym typeface="Josefin Sans"/>
            </a:endParaRPr>
          </a:p>
        </p:txBody>
      </p:sp>
      <p:sp>
        <p:nvSpPr>
          <p:cNvPr id="60" name="Google Shape;60;p13"/>
          <p:cNvSpPr/>
          <p:nvPr/>
        </p:nvSpPr>
        <p:spPr>
          <a:xfrm rot="5400000">
            <a:off x="5354700" y="1347400"/>
            <a:ext cx="91500" cy="9601200"/>
          </a:xfrm>
          <a:prstGeom prst="triangle">
            <a:avLst>
              <a:gd name="adj"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p:nvPr/>
        </p:nvSpPr>
        <p:spPr>
          <a:xfrm rot="5400000">
            <a:off x="5440650" y="-2730750"/>
            <a:ext cx="91500" cy="8412600"/>
          </a:xfrm>
          <a:prstGeom prst="triangle">
            <a:avLst>
              <a:gd name="adj"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3"/>
          <p:cNvSpPr/>
          <p:nvPr/>
        </p:nvSpPr>
        <p:spPr>
          <a:xfrm rot="5400000">
            <a:off x="5354700" y="13822327"/>
            <a:ext cx="91500" cy="9601200"/>
          </a:xfrm>
          <a:prstGeom prst="triangle">
            <a:avLst>
              <a:gd name="adj"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p:nvPr/>
        </p:nvSpPr>
        <p:spPr>
          <a:xfrm>
            <a:off x="247650" y="6267288"/>
            <a:ext cx="10477500" cy="11711381"/>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4800"/>
              <a:buFont typeface="Arial"/>
              <a:buNone/>
            </a:pPr>
            <a:r>
              <a:rPr lang="en" sz="4800" b="1" i="0" u="sng" strike="noStrike" cap="none">
                <a:solidFill>
                  <a:schemeClr val="dk1"/>
                </a:solidFill>
                <a:latin typeface="Arial"/>
                <a:ea typeface="Arial"/>
                <a:cs typeface="Arial"/>
                <a:sym typeface="Arial"/>
              </a:rPr>
              <a:t>Be respectful of other students.</a:t>
            </a:r>
            <a:endParaRPr sz="4800" b="1" i="0" u="sng" strike="noStrike" cap="none">
              <a:solidFill>
                <a:schemeClr val="dk1"/>
              </a:solidFill>
              <a:latin typeface="Arial"/>
              <a:ea typeface="Arial"/>
              <a:cs typeface="Arial"/>
              <a:sym typeface="Arial"/>
            </a:endParaRPr>
          </a:p>
          <a:p>
            <a:pPr marL="914400" marR="0" lvl="1" indent="-457200" algn="l" rtl="0">
              <a:lnSpc>
                <a:spcPct val="115000"/>
              </a:lnSpc>
              <a:spcBef>
                <a:spcPts val="1800"/>
              </a:spcBef>
              <a:spcAft>
                <a:spcPts val="0"/>
              </a:spcAft>
              <a:buClr>
                <a:schemeClr val="dk1"/>
              </a:buClr>
              <a:buSzPts val="3600"/>
              <a:buFont typeface="Josefin Sans"/>
              <a:buChar char="￫"/>
            </a:pPr>
            <a:r>
              <a:rPr lang="en" sz="3600" b="0" i="0" u="none" strike="noStrike" cap="none">
                <a:solidFill>
                  <a:schemeClr val="dk1"/>
                </a:solidFill>
                <a:latin typeface="Arial"/>
                <a:ea typeface="Arial"/>
                <a:cs typeface="Arial"/>
                <a:sym typeface="Arial"/>
              </a:rPr>
              <a:t>Respect others’ personal and work spaces.</a:t>
            </a:r>
            <a:endParaRPr sz="3600" b="0" i="0" u="none" strike="noStrike" cap="none">
              <a:solidFill>
                <a:schemeClr val="dk1"/>
              </a:solidFill>
              <a:latin typeface="Arial"/>
              <a:ea typeface="Arial"/>
              <a:cs typeface="Arial"/>
              <a:sym typeface="Arial"/>
            </a:endParaRPr>
          </a:p>
          <a:p>
            <a:pPr marL="914400" marR="0" lvl="1" indent="-457200" algn="l" rtl="0">
              <a:lnSpc>
                <a:spcPct val="115000"/>
              </a:lnSpc>
              <a:spcBef>
                <a:spcPts val="1000"/>
              </a:spcBef>
              <a:spcAft>
                <a:spcPts val="0"/>
              </a:spcAft>
              <a:buClr>
                <a:schemeClr val="dk1"/>
              </a:buClr>
              <a:buSzPts val="3600"/>
              <a:buFont typeface="Josefin Sans"/>
              <a:buChar char="￫"/>
            </a:pPr>
            <a:r>
              <a:rPr lang="en" sz="3600" b="0" i="0" u="none" strike="noStrike" cap="none">
                <a:solidFill>
                  <a:schemeClr val="dk1"/>
                </a:solidFill>
                <a:latin typeface="Arial"/>
                <a:ea typeface="Arial"/>
                <a:cs typeface="Arial"/>
                <a:sym typeface="Arial"/>
              </a:rPr>
              <a:t>Be conscious of aromas.</a:t>
            </a:r>
            <a:endParaRPr sz="3600" b="0" i="0" u="none" strike="noStrike" cap="none">
              <a:solidFill>
                <a:schemeClr val="dk1"/>
              </a:solidFill>
              <a:latin typeface="Arial"/>
              <a:ea typeface="Arial"/>
              <a:cs typeface="Arial"/>
              <a:sym typeface="Arial"/>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Please use good hygiene and avoid strong applications of cologne or perfume.</a:t>
            </a:r>
            <a:endParaRPr sz="3000" b="0" i="0" u="none" strike="noStrike" cap="none">
              <a:solidFill>
                <a:schemeClr val="dk1"/>
              </a:solidFill>
              <a:latin typeface="Josefin Sans Light"/>
              <a:ea typeface="Josefin Sans Light"/>
              <a:cs typeface="Josefin Sans Light"/>
              <a:sym typeface="Josefin Sans Light"/>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Save strongly scented foods for home.</a:t>
            </a:r>
            <a:endParaRPr sz="3000" b="0" i="0" u="none" strike="noStrike" cap="none">
              <a:solidFill>
                <a:schemeClr val="dk1"/>
              </a:solidFill>
              <a:latin typeface="Josefin Sans Light"/>
              <a:ea typeface="Josefin Sans Light"/>
              <a:cs typeface="Josefin Sans Light"/>
              <a:sym typeface="Josefin Sans Light"/>
            </a:endParaRPr>
          </a:p>
          <a:p>
            <a:pPr marL="914400" marR="0" lvl="1" indent="-457200" algn="l" rtl="0">
              <a:lnSpc>
                <a:spcPct val="115000"/>
              </a:lnSpc>
              <a:spcBef>
                <a:spcPts val="600"/>
              </a:spcBef>
              <a:spcAft>
                <a:spcPts val="0"/>
              </a:spcAft>
              <a:buClr>
                <a:schemeClr val="dk1"/>
              </a:buClr>
              <a:buSzPts val="3600"/>
              <a:buFont typeface="Josefin Sans"/>
              <a:buChar char="￫"/>
            </a:pPr>
            <a:r>
              <a:rPr lang="en" sz="3600" b="0" i="0" u="none" strike="noStrike" cap="none">
                <a:solidFill>
                  <a:schemeClr val="dk1"/>
                </a:solidFill>
                <a:latin typeface="Arial"/>
                <a:ea typeface="Arial"/>
                <a:cs typeface="Arial"/>
                <a:sym typeface="Arial"/>
              </a:rPr>
              <a:t>Be aware of your speech.</a:t>
            </a:r>
            <a:endParaRPr sz="3600" b="0" i="0" u="none" strike="noStrike" cap="none">
              <a:solidFill>
                <a:schemeClr val="dk1"/>
              </a:solidFill>
              <a:latin typeface="Arial"/>
              <a:ea typeface="Arial"/>
              <a:cs typeface="Arial"/>
              <a:sym typeface="Arial"/>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Please keep your volume low and minimize off topic conversations.</a:t>
            </a:r>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Disparaging or offensive language will not be tolerated.</a:t>
            </a:r>
            <a:endParaRPr sz="3000" b="0" i="0" u="none" strike="noStrike" cap="none">
              <a:solidFill>
                <a:schemeClr val="dk1"/>
              </a:solidFill>
              <a:latin typeface="Josefin Sans Light"/>
              <a:ea typeface="Josefin Sans Light"/>
              <a:cs typeface="Josefin Sans Light"/>
              <a:sym typeface="Josefin Sans Light"/>
            </a:endParaRPr>
          </a:p>
          <a:p>
            <a:pPr marL="914400" marR="0" lvl="1" indent="-457200" algn="l" rtl="0">
              <a:lnSpc>
                <a:spcPct val="115000"/>
              </a:lnSpc>
              <a:spcBef>
                <a:spcPts val="600"/>
              </a:spcBef>
              <a:spcAft>
                <a:spcPts val="0"/>
              </a:spcAft>
              <a:buClr>
                <a:schemeClr val="dk1"/>
              </a:buClr>
              <a:buSzPts val="3600"/>
              <a:buFont typeface="Josefin Sans"/>
              <a:buChar char="￫"/>
            </a:pPr>
            <a:r>
              <a:rPr lang="en" sz="3600" b="0" i="0" u="none" strike="noStrike" cap="none">
                <a:solidFill>
                  <a:schemeClr val="dk1"/>
                </a:solidFill>
                <a:latin typeface="Arial"/>
                <a:ea typeface="Arial"/>
                <a:cs typeface="Arial"/>
                <a:sym typeface="Arial"/>
              </a:rPr>
              <a:t>Respect those who use the room after you.</a:t>
            </a:r>
            <a:endParaRPr sz="3600" b="0" i="0" u="none" strike="noStrike" cap="none">
              <a:solidFill>
                <a:schemeClr val="dk1"/>
              </a:solidFill>
              <a:latin typeface="Arial"/>
              <a:ea typeface="Arial"/>
              <a:cs typeface="Arial"/>
              <a:sym typeface="Arial"/>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Use the trash and recycle bins; leave your space at least as clean as you found it.</a:t>
            </a:r>
            <a:endParaRPr sz="3000" b="0" i="0" u="none" strike="noStrike" cap="none">
              <a:solidFill>
                <a:schemeClr val="dk1"/>
              </a:solidFill>
              <a:latin typeface="Josefin Sans Light"/>
              <a:ea typeface="Josefin Sans Light"/>
              <a:cs typeface="Josefin Sans Light"/>
              <a:sym typeface="Josefin Sans Light"/>
            </a:endParaRPr>
          </a:p>
          <a:p>
            <a:pPr marL="914400" marR="0" lvl="1" indent="-419100" algn="l" rtl="0">
              <a:lnSpc>
                <a:spcPct val="115000"/>
              </a:lnSpc>
              <a:spcBef>
                <a:spcPts val="600"/>
              </a:spcBef>
              <a:spcAft>
                <a:spcPts val="0"/>
              </a:spcAft>
              <a:buClr>
                <a:schemeClr val="dk1"/>
              </a:buClr>
              <a:buSzPts val="3000"/>
              <a:buFont typeface="Josefin Sans Light"/>
              <a:buChar char="￫"/>
            </a:pPr>
            <a:r>
              <a:rPr lang="en" sz="3600" b="0" i="0" u="none" strike="noStrike" cap="none">
                <a:solidFill>
                  <a:schemeClr val="dk1"/>
                </a:solidFill>
                <a:latin typeface="Arial"/>
                <a:ea typeface="Arial"/>
                <a:cs typeface="Arial"/>
                <a:sym typeface="Arial"/>
              </a:rPr>
              <a:t>Be mindful of the learning environment. </a:t>
            </a:r>
            <a:r>
              <a:rPr lang="en" sz="3000" b="0" i="0" u="none" strike="noStrike" cap="none">
                <a:solidFill>
                  <a:schemeClr val="dk1"/>
                </a:solidFill>
                <a:latin typeface="Arial"/>
                <a:ea typeface="Arial"/>
                <a:cs typeface="Arial"/>
                <a:sym typeface="Arial"/>
              </a:rPr>
              <a:t> </a:t>
            </a:r>
            <a:endParaRPr sz="3000" b="0" i="0" u="none" strike="noStrike" cap="none">
              <a:solidFill>
                <a:schemeClr val="dk1"/>
              </a:solidFill>
              <a:latin typeface="Arial"/>
              <a:ea typeface="Arial"/>
              <a:cs typeface="Arial"/>
              <a:sym typeface="Arial"/>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Everyone is here to learn; not everyone in the room has mastered the material.</a:t>
            </a:r>
            <a:endParaRPr sz="3000" b="0" i="0" u="none" strike="noStrike" cap="none">
              <a:solidFill>
                <a:schemeClr val="dk1"/>
              </a:solidFill>
              <a:latin typeface="Josefin Sans Light"/>
              <a:ea typeface="Josefin Sans Light"/>
              <a:cs typeface="Josefin Sans Light"/>
              <a:sym typeface="Josefin Sans Light"/>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Be gracious when asked for help and when asking others.</a:t>
            </a:r>
            <a:endParaRPr sz="3000" b="0" i="0" u="none" strike="noStrike" cap="none">
              <a:solidFill>
                <a:schemeClr val="dk1"/>
              </a:solidFill>
              <a:latin typeface="Josefin Sans Light"/>
              <a:ea typeface="Josefin Sans Light"/>
              <a:cs typeface="Josefin Sans Light"/>
              <a:sym typeface="Josefin Sans Light"/>
            </a:endParaRPr>
          </a:p>
        </p:txBody>
      </p:sp>
      <p:sp>
        <p:nvSpPr>
          <p:cNvPr id="68" name="Google Shape;68;p14"/>
          <p:cNvSpPr txBox="1"/>
          <p:nvPr/>
        </p:nvSpPr>
        <p:spPr>
          <a:xfrm>
            <a:off x="2961284" y="526578"/>
            <a:ext cx="7834153" cy="1292631"/>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7200"/>
              <a:buFont typeface="Arial"/>
              <a:buNone/>
            </a:pPr>
            <a:r>
              <a:rPr lang="en" sz="7200" b="1" i="0" u="none" strike="noStrike" cap="none">
                <a:solidFill>
                  <a:srgbClr val="000000"/>
                </a:solidFill>
                <a:latin typeface="Arial"/>
                <a:ea typeface="Arial"/>
                <a:cs typeface="Arial"/>
                <a:sym typeface="Arial"/>
              </a:rPr>
              <a:t>Code of Conduct</a:t>
            </a:r>
            <a:endParaRPr sz="7200" b="1" i="0" u="none" strike="noStrike" cap="none">
              <a:solidFill>
                <a:srgbClr val="000000"/>
              </a:solidFill>
              <a:latin typeface="Arial"/>
              <a:ea typeface="Arial"/>
              <a:cs typeface="Arial"/>
              <a:sym typeface="Arial"/>
            </a:endParaRPr>
          </a:p>
        </p:txBody>
      </p:sp>
      <p:sp>
        <p:nvSpPr>
          <p:cNvPr id="69" name="Google Shape;69;p14"/>
          <p:cNvSpPr txBox="1"/>
          <p:nvPr/>
        </p:nvSpPr>
        <p:spPr>
          <a:xfrm>
            <a:off x="247650" y="18374852"/>
            <a:ext cx="10477500" cy="11293831"/>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100"/>
              <a:buFont typeface="Arial"/>
              <a:buNone/>
            </a:pPr>
            <a:r>
              <a:rPr lang="en" sz="4800" b="1" i="0" u="sng" strike="noStrike" cap="none">
                <a:solidFill>
                  <a:schemeClr val="dk1"/>
                </a:solidFill>
                <a:latin typeface="Arial"/>
                <a:ea typeface="Arial"/>
                <a:cs typeface="Arial"/>
                <a:sym typeface="Arial"/>
              </a:rPr>
              <a:t>Be respectful of the Assistants.</a:t>
            </a:r>
            <a:endParaRPr sz="4800" b="1" i="0" u="sng" strike="noStrike" cap="none">
              <a:solidFill>
                <a:schemeClr val="dk1"/>
              </a:solidFill>
              <a:latin typeface="Arial"/>
              <a:ea typeface="Arial"/>
              <a:cs typeface="Arial"/>
              <a:sym typeface="Arial"/>
            </a:endParaRPr>
          </a:p>
          <a:p>
            <a:pPr marL="914400" marR="0" lvl="1" indent="-457200" algn="l" rtl="0">
              <a:lnSpc>
                <a:spcPct val="115000"/>
              </a:lnSpc>
              <a:spcBef>
                <a:spcPts val="1800"/>
              </a:spcBef>
              <a:spcAft>
                <a:spcPts val="0"/>
              </a:spcAft>
              <a:buClr>
                <a:schemeClr val="dk1"/>
              </a:buClr>
              <a:buSzPts val="3600"/>
              <a:buFont typeface="Josefin Sans"/>
              <a:buChar char="￫"/>
            </a:pPr>
            <a:r>
              <a:rPr lang="en" sz="3600" b="0" i="0" u="none" strike="noStrike" cap="none">
                <a:solidFill>
                  <a:schemeClr val="dk1"/>
                </a:solidFill>
                <a:latin typeface="Arial"/>
                <a:ea typeface="Arial"/>
                <a:cs typeface="Arial"/>
                <a:sym typeface="Arial"/>
              </a:rPr>
              <a:t>Be patient.</a:t>
            </a:r>
            <a:endParaRPr sz="3600" b="0" i="0" u="none" strike="noStrike" cap="none">
              <a:solidFill>
                <a:schemeClr val="dk1"/>
              </a:solidFill>
              <a:latin typeface="Arial"/>
              <a:ea typeface="Arial"/>
              <a:cs typeface="Arial"/>
              <a:sym typeface="Arial"/>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Assistants will attempt to help as many people as possible. Coming during less crowded times will increase your access to help.</a:t>
            </a:r>
            <a:endParaRPr sz="3000" b="0" i="0" u="none" strike="noStrike" cap="none">
              <a:solidFill>
                <a:schemeClr val="dk1"/>
              </a:solidFill>
              <a:latin typeface="Josefin Sans Light"/>
              <a:ea typeface="Josefin Sans Light"/>
              <a:cs typeface="Josefin Sans Light"/>
              <a:sym typeface="Josefin Sans Light"/>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The Wormhole is staffed by Assistants for all physics classes.  The TA on duty will help as best </a:t>
            </a:r>
            <a:r>
              <a:rPr lang="en" sz="3000">
                <a:solidFill>
                  <a:schemeClr val="dk1"/>
                </a:solidFill>
                <a:latin typeface="Josefin Sans Light"/>
                <a:ea typeface="Josefin Sans Light"/>
                <a:cs typeface="Josefin Sans Light"/>
                <a:sym typeface="Josefin Sans Light"/>
              </a:rPr>
              <a:t>they are</a:t>
            </a:r>
            <a:r>
              <a:rPr lang="en" sz="3000" b="0" i="0" u="none" strike="noStrike" cap="none">
                <a:solidFill>
                  <a:schemeClr val="dk1"/>
                </a:solidFill>
                <a:latin typeface="Josefin Sans Light"/>
                <a:ea typeface="Josefin Sans Light"/>
                <a:cs typeface="Josefin Sans Light"/>
                <a:sym typeface="Josefin Sans Light"/>
              </a:rPr>
              <a:t> able but may not be completely familiar with the material from your course.</a:t>
            </a:r>
            <a:endParaRPr sz="3000" b="0" i="0" u="none" strike="noStrike" cap="none">
              <a:solidFill>
                <a:schemeClr val="dk1"/>
              </a:solidFill>
              <a:latin typeface="Josefin Sans Light"/>
              <a:ea typeface="Josefin Sans Light"/>
              <a:cs typeface="Josefin Sans Light"/>
              <a:sym typeface="Josefin Sans Light"/>
            </a:endParaRPr>
          </a:p>
          <a:p>
            <a:pPr marL="914400" marR="0" lvl="1" indent="-457200" algn="l" rtl="0">
              <a:lnSpc>
                <a:spcPct val="115000"/>
              </a:lnSpc>
              <a:spcBef>
                <a:spcPts val="600"/>
              </a:spcBef>
              <a:spcAft>
                <a:spcPts val="0"/>
              </a:spcAft>
              <a:buClr>
                <a:schemeClr val="dk1"/>
              </a:buClr>
              <a:buSzPts val="3600"/>
              <a:buFont typeface="Josefin Sans"/>
              <a:buChar char="￫"/>
            </a:pPr>
            <a:r>
              <a:rPr lang="en" sz="3600" b="0" i="0" u="none" strike="noStrike" cap="none">
                <a:solidFill>
                  <a:schemeClr val="dk1"/>
                </a:solidFill>
                <a:latin typeface="Arial"/>
                <a:ea typeface="Arial"/>
                <a:cs typeface="Arial"/>
                <a:sym typeface="Arial"/>
              </a:rPr>
              <a:t>The Assistants are here to </a:t>
            </a:r>
            <a:r>
              <a:rPr lang="en" sz="3600" b="0" i="1" u="none" strike="noStrike" cap="none">
                <a:solidFill>
                  <a:schemeClr val="dk1"/>
                </a:solidFill>
                <a:latin typeface="Arial"/>
                <a:ea typeface="Arial"/>
                <a:cs typeface="Arial"/>
                <a:sym typeface="Arial"/>
              </a:rPr>
              <a:t>assist</a:t>
            </a:r>
            <a:r>
              <a:rPr lang="en" sz="3600" b="0" i="0" u="none" strike="noStrike" cap="none">
                <a:solidFill>
                  <a:schemeClr val="dk1"/>
                </a:solidFill>
                <a:latin typeface="Arial"/>
                <a:ea typeface="Arial"/>
                <a:cs typeface="Arial"/>
                <a:sym typeface="Arial"/>
              </a:rPr>
              <a:t> you.</a:t>
            </a:r>
            <a:endParaRPr sz="3600" b="0" i="0" u="none" strike="noStrike" cap="none">
              <a:solidFill>
                <a:schemeClr val="dk1"/>
              </a:solidFill>
              <a:latin typeface="Arial"/>
              <a:ea typeface="Arial"/>
              <a:cs typeface="Arial"/>
              <a:sym typeface="Arial"/>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Assistants will not do your homework for you.</a:t>
            </a:r>
            <a:endParaRPr sz="3000" b="0" i="0" u="none" strike="noStrike" cap="none">
              <a:solidFill>
                <a:schemeClr val="dk1"/>
              </a:solidFill>
              <a:latin typeface="Josefin Sans Light"/>
              <a:ea typeface="Josefin Sans Light"/>
              <a:cs typeface="Josefin Sans Light"/>
              <a:sym typeface="Josefin Sans Light"/>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Before asking for help, use your class notes, reference your textbook, and collaborate with your peers.</a:t>
            </a:r>
            <a:endParaRPr sz="3000" b="0" i="0" u="none" strike="noStrike" cap="none">
              <a:solidFill>
                <a:schemeClr val="dk1"/>
              </a:solidFill>
              <a:latin typeface="Josefin Sans Light"/>
              <a:ea typeface="Josefin Sans Light"/>
              <a:cs typeface="Josefin Sans Light"/>
              <a:sym typeface="Josefin Sans Light"/>
            </a:endParaRPr>
          </a:p>
          <a:p>
            <a:pPr marL="914400" marR="0" lvl="1" indent="-457200" algn="l" rtl="0">
              <a:lnSpc>
                <a:spcPct val="115000"/>
              </a:lnSpc>
              <a:spcBef>
                <a:spcPts val="600"/>
              </a:spcBef>
              <a:spcAft>
                <a:spcPts val="0"/>
              </a:spcAft>
              <a:buClr>
                <a:schemeClr val="dk1"/>
              </a:buClr>
              <a:buSzPts val="3600"/>
              <a:buFont typeface="Josefin Sans"/>
              <a:buChar char="￫"/>
            </a:pPr>
            <a:r>
              <a:rPr lang="en" sz="3600" b="0" i="0" u="none" strike="noStrike" cap="none">
                <a:solidFill>
                  <a:schemeClr val="dk1"/>
                </a:solidFill>
                <a:latin typeface="Arial"/>
                <a:ea typeface="Arial"/>
                <a:cs typeface="Arial"/>
                <a:sym typeface="Arial"/>
              </a:rPr>
              <a:t>The Wormhole can only support physics</a:t>
            </a:r>
            <a:r>
              <a:rPr lang="en" sz="3600" b="1" i="0" u="none" strike="noStrike" cap="none">
                <a:solidFill>
                  <a:schemeClr val="dk1"/>
                </a:solidFill>
                <a:latin typeface="Arial"/>
                <a:ea typeface="Arial"/>
                <a:cs typeface="Arial"/>
                <a:sym typeface="Arial"/>
              </a:rPr>
              <a:t>.</a:t>
            </a:r>
            <a:endParaRPr sz="3600" b="0" i="0" u="none" strike="noStrike" cap="none">
              <a:solidFill>
                <a:schemeClr val="dk1"/>
              </a:solidFill>
              <a:latin typeface="Arial"/>
              <a:ea typeface="Arial"/>
              <a:cs typeface="Arial"/>
              <a:sym typeface="Arial"/>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Assistants are not trained to help with homework from other departments.</a:t>
            </a:r>
            <a:endParaRPr sz="3000" b="0" i="0" u="none" strike="noStrike" cap="none">
              <a:solidFill>
                <a:schemeClr val="dk1"/>
              </a:solidFill>
              <a:latin typeface="Josefin Sans Light"/>
              <a:ea typeface="Josefin Sans Light"/>
              <a:cs typeface="Josefin Sans Light"/>
              <a:sym typeface="Josefin Sans Light"/>
            </a:endParaRPr>
          </a:p>
          <a:p>
            <a:pPr marL="1371600" marR="0" lvl="2" indent="-419100" algn="l" rtl="0">
              <a:lnSpc>
                <a:spcPct val="115000"/>
              </a:lnSpc>
              <a:spcBef>
                <a:spcPts val="0"/>
              </a:spcBef>
              <a:spcAft>
                <a:spcPts val="0"/>
              </a:spcAft>
              <a:buClr>
                <a:schemeClr val="dk1"/>
              </a:buClr>
              <a:buSzPts val="3000"/>
              <a:buFont typeface="Josefin Sans Light"/>
              <a:buChar char="⬩"/>
            </a:pPr>
            <a:r>
              <a:rPr lang="en" sz="3000" b="0" i="0" u="none" strike="noStrike" cap="none">
                <a:solidFill>
                  <a:schemeClr val="dk1"/>
                </a:solidFill>
                <a:latin typeface="Josefin Sans Light"/>
                <a:ea typeface="Josefin Sans Light"/>
                <a:cs typeface="Josefin Sans Light"/>
                <a:sym typeface="Josefin Sans Light"/>
              </a:rPr>
              <a:t>While the Wormhole is an open environment, during busy times please work on your non-physics homework elsewhere.</a:t>
            </a:r>
            <a:endParaRPr sz="3000" b="0" i="0" u="none" strike="noStrike" cap="none">
              <a:solidFill>
                <a:schemeClr val="dk1"/>
              </a:solidFill>
              <a:latin typeface="Josefin Sans Light"/>
              <a:ea typeface="Josefin Sans Light"/>
              <a:cs typeface="Josefin Sans Light"/>
              <a:sym typeface="Josefin Sans Light"/>
            </a:endParaRPr>
          </a:p>
        </p:txBody>
      </p:sp>
      <p:sp>
        <p:nvSpPr>
          <p:cNvPr id="70" name="Google Shape;70;p14"/>
          <p:cNvSpPr txBox="1"/>
          <p:nvPr/>
        </p:nvSpPr>
        <p:spPr>
          <a:xfrm>
            <a:off x="247650" y="2057785"/>
            <a:ext cx="10477500" cy="3813321"/>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4800"/>
              <a:buFont typeface="Arial"/>
              <a:buNone/>
            </a:pPr>
            <a:r>
              <a:rPr lang="en" sz="4800" b="1" i="0" u="none" strike="noStrike" cap="none">
                <a:solidFill>
                  <a:schemeClr val="dk1"/>
                </a:solidFill>
                <a:latin typeface="Arial"/>
                <a:ea typeface="Arial"/>
                <a:cs typeface="Arial"/>
                <a:sym typeface="Arial"/>
              </a:rPr>
              <a:t>The Wormhole is an informal space for physics collaboration.</a:t>
            </a:r>
            <a:endParaRPr/>
          </a:p>
          <a:p>
            <a:pPr marL="0" marR="0" lvl="0" indent="0" algn="ctr" rtl="0">
              <a:lnSpc>
                <a:spcPct val="115000"/>
              </a:lnSpc>
              <a:spcBef>
                <a:spcPts val="1800"/>
              </a:spcBef>
              <a:spcAft>
                <a:spcPts val="0"/>
              </a:spcAft>
              <a:buClr>
                <a:srgbClr val="000000"/>
              </a:buClr>
              <a:buSzPts val="4800"/>
              <a:buFont typeface="Arial"/>
              <a:buNone/>
            </a:pPr>
            <a:r>
              <a:rPr lang="en" sz="4800" b="1" i="0" u="none" strike="noStrike" cap="none">
                <a:solidFill>
                  <a:schemeClr val="dk1"/>
                </a:solidFill>
                <a:latin typeface="Arial"/>
                <a:ea typeface="Arial"/>
                <a:cs typeface="Arial"/>
                <a:sym typeface="Arial"/>
              </a:rPr>
              <a:t>It works best when we accord each other common courtesy.</a:t>
            </a:r>
            <a:endParaRPr sz="4800" b="1" i="0" u="none" strike="noStrike" cap="none">
              <a:solidFill>
                <a:schemeClr val="dk1"/>
              </a:solidFill>
              <a:latin typeface="Arial"/>
              <a:ea typeface="Arial"/>
              <a:cs typeface="Arial"/>
              <a:sym typeface="Arial"/>
            </a:endParaRPr>
          </a:p>
        </p:txBody>
      </p:sp>
      <p:sp>
        <p:nvSpPr>
          <p:cNvPr id="71" name="Google Shape;71;p14"/>
          <p:cNvSpPr txBox="1"/>
          <p:nvPr/>
        </p:nvSpPr>
        <p:spPr>
          <a:xfrm>
            <a:off x="247650" y="30064863"/>
            <a:ext cx="10477500" cy="2751492"/>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1800"/>
              </a:spcBef>
              <a:spcAft>
                <a:spcPts val="0"/>
              </a:spcAft>
              <a:buClr>
                <a:srgbClr val="000000"/>
              </a:buClr>
              <a:buSzPts val="4400"/>
              <a:buFont typeface="Arial"/>
              <a:buNone/>
            </a:pPr>
            <a:r>
              <a:rPr lang="en" sz="4400" b="1" i="0" u="none" strike="noStrike" cap="none">
                <a:solidFill>
                  <a:schemeClr val="dk1"/>
                </a:solidFill>
                <a:latin typeface="Arial"/>
                <a:ea typeface="Arial"/>
                <a:cs typeface="Arial"/>
                <a:sym typeface="Arial"/>
              </a:rPr>
              <a:t>Please follow these guidelines to ensure the Wormhole remains a place where everyone can learn effectively.</a:t>
            </a:r>
            <a:endParaRPr sz="4400" b="1" i="0" u="none" strike="noStrike" cap="none">
              <a:solidFill>
                <a:schemeClr val="dk1"/>
              </a:solidFill>
              <a:latin typeface="Arial"/>
              <a:ea typeface="Arial"/>
              <a:cs typeface="Arial"/>
              <a:sym typeface="Arial"/>
            </a:endParaRPr>
          </a:p>
        </p:txBody>
      </p:sp>
      <p:pic>
        <p:nvPicPr>
          <p:cNvPr id="72" name="Google Shape;72;p14"/>
          <p:cNvPicPr preferRelativeResize="0"/>
          <p:nvPr/>
        </p:nvPicPr>
        <p:blipFill rotWithShape="1">
          <a:blip r:embed="rId3">
            <a:alphaModFix/>
          </a:blip>
          <a:srcRect/>
          <a:stretch/>
        </p:blipFill>
        <p:spPr>
          <a:xfrm>
            <a:off x="8707404" y="28965969"/>
            <a:ext cx="1760242" cy="1493010"/>
          </a:xfrm>
          <a:prstGeom prst="rect">
            <a:avLst/>
          </a:prstGeom>
          <a:noFill/>
          <a:ln>
            <a:noFill/>
          </a:ln>
        </p:spPr>
      </p:pic>
      <p:pic>
        <p:nvPicPr>
          <p:cNvPr id="73" name="Google Shape;73;p14"/>
          <p:cNvPicPr preferRelativeResize="0"/>
          <p:nvPr/>
        </p:nvPicPr>
        <p:blipFill rotWithShape="1">
          <a:blip r:embed="rId4">
            <a:alphaModFix/>
          </a:blip>
          <a:srcRect/>
          <a:stretch/>
        </p:blipFill>
        <p:spPr>
          <a:xfrm>
            <a:off x="209550" y="177690"/>
            <a:ext cx="2684736" cy="1990408"/>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A30AD434928C47AA881E0D6727381E" ma:contentTypeVersion="13" ma:contentTypeDescription="Create a new document." ma:contentTypeScope="" ma:versionID="16b011db1edd73aadd409dcc9c7ed5d9">
  <xsd:schema xmlns:xsd="http://www.w3.org/2001/XMLSchema" xmlns:xs="http://www.w3.org/2001/XMLSchema" xmlns:p="http://schemas.microsoft.com/office/2006/metadata/properties" xmlns:ns3="c62dba46-4c27-47a3-904b-ffcb5d0fff98" xmlns:ns4="0f1bfa96-7e6a-4250-beb6-2d4104aa3a06" targetNamespace="http://schemas.microsoft.com/office/2006/metadata/properties" ma:root="true" ma:fieldsID="0ba3a81c6ce01bd48796d3d86b6567f4" ns3:_="" ns4:_="">
    <xsd:import namespace="c62dba46-4c27-47a3-904b-ffcb5d0fff98"/>
    <xsd:import namespace="0f1bfa96-7e6a-4250-beb6-2d4104aa3a06"/>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2dba46-4c27-47a3-904b-ffcb5d0fff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1bfa96-7e6a-4250-beb6-2d4104aa3a0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E51FD7A-F38F-45EC-8895-1B92CB387560}">
  <ds:schemaRefs>
    <ds:schemaRef ds:uri="http://schemas.microsoft.com/sharepoint/v3/contenttype/forms"/>
  </ds:schemaRefs>
</ds:datastoreItem>
</file>

<file path=customXml/itemProps2.xml><?xml version="1.0" encoding="utf-8"?>
<ds:datastoreItem xmlns:ds="http://schemas.openxmlformats.org/officeDocument/2006/customXml" ds:itemID="{60347796-D079-4F01-B8F9-51AB3079C0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2dba46-4c27-47a3-904b-ffcb5d0fff98"/>
    <ds:schemaRef ds:uri="0f1bfa96-7e6a-4250-beb6-2d4104aa3a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187670D-32AC-4A07-99EB-AB6C13A3CD35}">
  <ds:schemaRefs>
    <ds:schemaRef ds:uri="http://schemas.openxmlformats.org/package/2006/metadata/core-properties"/>
    <ds:schemaRef ds:uri="0f1bfa96-7e6a-4250-beb6-2d4104aa3a06"/>
    <ds:schemaRef ds:uri="http://purl.org/dc/dcmitype/"/>
    <ds:schemaRef ds:uri="http://schemas.microsoft.com/office/infopath/2007/PartnerControls"/>
    <ds:schemaRef ds:uri="http://purl.org/dc/elements/1.1/"/>
    <ds:schemaRef ds:uri="http://schemas.microsoft.com/office/2006/metadata/properties"/>
    <ds:schemaRef ds:uri="c62dba46-4c27-47a3-904b-ffcb5d0fff98"/>
    <ds:schemaRef ds:uri="http://schemas.microsoft.com/office/2006/documentManagement/typ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0</TotalTime>
  <Words>619</Words>
  <Application>Microsoft Office PowerPoint</Application>
  <PresentationFormat>Custom</PresentationFormat>
  <Paragraphs>54</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Josefin Sans</vt:lpstr>
      <vt:lpstr>Arial</vt:lpstr>
      <vt:lpstr>Josefin Sans SemiBold</vt:lpstr>
      <vt:lpstr>Josefin Sans Light</vt:lpstr>
      <vt:lpstr>Simple Light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DeAngelis, Fred</dc:creator>
  <cp:lastModifiedBy>DeAngelis, Fred</cp:lastModifiedBy>
  <cp:revision>1</cp:revision>
  <dcterms:modified xsi:type="dcterms:W3CDTF">2025-01-15T15:38:09Z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0x01010065A30AD434928C47AA881E0D6727381E</vt:lpwstr>
  </property>
</Properties>
</file>